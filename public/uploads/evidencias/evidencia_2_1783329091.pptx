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Coordinación de Apoyo Técnico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Coordinar las actividades y sesiones orientadas al fortalecimiento del COMUPO.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APROBACIÓN Y RESPONSABLES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Aprobado por: MTRA. ANDREA MA. DEL ROCÍO MERLOS NÁJERA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Responsable por: Administrador Sistema - Administrador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Fecha de entrega: 2026-07-06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Realizó: Administrador Sistema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Firma: Administrador Sistema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Fecha del evento: 2026-06-19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OBJETIVO Y BENEFICIARIOS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Línea de acción PbRM: Coordinar las actividades y sesiones orientadas al fortalecimiento del COMUPO.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Objetivo del evento: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Incluye las acciones y procedimientos necesarios para desarrollar y fortalecer las fases para la planeación, programación, presupuestación, seguimiento  y evaluación programático - presupuestal, considerando las fases del registro contable presupuestal y el correspondiente proceso de rendición de cuentas, adicionalmente incluye los procedimientos de planeación y evaluación de los planes de Desarrollo Municipal, los programas regionales y sectoriales que de él derivan.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Número de Beneficiarios: 4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JUSTIFICACIÓN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Sin justificación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GENERALES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Fecha: 2026-06-19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Hora: 10:00:00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Lugar: Calle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Vestimenta: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Duración: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Coordinación: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Responsable: Administrador Sistema - Coordinación de Apoyo Técnico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UBICACIÓN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Dirección: Sin datos Sn Int. Sn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Link: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ORDEN DEL DÍA - PROGRAMA PROTOCOLARIO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se registraron actividades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EVENTO PROTOCOLARIO Y CIERRE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Programa protocolario:
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Fin del evento - Duración total: 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PRESIDIUM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se especificó presidium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CROQUIS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Pantalla / Nota: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INVITADOS ESPECIALES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hay invitados especiales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MÓDULOS JORNADA INTEGRAL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hay módulos registrados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DELEGACIÓN ADMINISTRATIVA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COORD. COMUNICACIÓN SOCIAL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DIRECCIÓN GRAL. DE ADMINISTRACIÓN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REQUERIMIENTOS ADICIONALES Y FIRMAS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Eventos y Ubicación: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Día: 2026-06-19 | Horario: 10:00:00 - 19:00:00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Ubicación: Sin datos Sn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Firma 1: Administrador Sistema - Coordinación de Apoyo Técnico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Firma 2: Lcdo. Marco Antonio Guadarrama López - Delegado Administrativo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2026-07-06T05:20:31Z</dcterms:created>
  <dcterms:modified xsi:type="dcterms:W3CDTF">2026-07-06T05:20:31Z</dcterms:modified>
</cp:coreProperties>
</file>