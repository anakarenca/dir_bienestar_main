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528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5">
  <a:themeElements>
    <a:clrScheme name="Theme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2026-08-11T09:03:31Z</dcterms:created>
  <dcterms:modified xsi:type="dcterms:W3CDTF">2026-08-11T09:03:31Z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