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439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10-01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57600"/>
          <a:chOff x="1524000" y="381000"/>
          <a:chExt cx="16764000" cy="3657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        Actividad                                          Responsable                                        Duración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Inicio                                             ID: 2                                              200 min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Otro                                               Nancy                                              300 min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3909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Fin                                                Oscar2                                             40 min            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7762875"/>
          <a:chOff x="1524000" y="381000"/>
          <a:chExt cx="16764000" cy="776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2238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429791" y="4810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952750" y="5089036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76625" y="4238625"/>
            <a:ext cx="1238250" cy="123825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381500" y="5089036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04459" y="4810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095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572500" y="2476500"/>
            <a:ext cx="5715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os.       Nombre             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8572500" y="2781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*          Peter               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8572500" y="30861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Sofia              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8572500" y="33909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2          Ann                 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572500" y="36957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3          Halem              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8572500" y="40005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4          Nancy Espinosa Nute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8572500" y="4305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5                             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1524000" y="742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3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10 x 2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1">
  <a:themeElements>
    <a:clrScheme name="Theme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2026-07-31T11:42:00Z</dcterms:created>
  <dcterms:modified xsi:type="dcterms:W3CDTF">2026-07-31T11:42:00Z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