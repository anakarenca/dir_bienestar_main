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452443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ndo_pptx_portada1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maps_17864358562.jpg"/>
  <Relationship Id="rId3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19050"/>
          <a:ext cx="9144000" cy="6848475"/>
          <a:chOff x="0" y="19050"/>
          <a:chExt cx="9144000" cy="6848475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9144000" cy="6829425"/>
          </a:xfrm>
          <a:prstGeom prst="rect">
            <a:avLst/>
          </a:prstGeom>
        </p:spPr>
      </p:pic>
      <p:sp>
        <p:nvSpPr>
          <p:cNvPr id="2" name=""/>
          <p:cNvSpPr txBox="1"/>
          <p:nvPr/>
        </p:nvSpPr>
        <p:spPr>
          <a:xfrm>
            <a:off x="647700" y="11525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4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ltima prueb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Mtra. Andrea Ma. Del Rocío Merlos Nájer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Mtro. Omar Ruiz Castillo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4162425"/>
          <a:chOff x="542925" y="1152525"/>
          <a:chExt cx="8610600" cy="416242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257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419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r la instalación e integración del Consejo 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838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2000250"/>
            <a:ext cx="8067675" cy="1019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cluye las acciones y procedimientos necesarios para desarrollar y fortalecer las fases para la
planeación, programación, presupuestación, seguimiento  y evaluación programático - presupuestal,
considerando las fases del registro contable presupuestal y el correspondiente proceso de rendición
de cuentas, adicionalmente incluye los procedimientos de planeación y evaluación de los planes de
Desarrollo Municipal, los programas regionales y sectoriales que de él derivan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31432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33051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pósito prueb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37147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38766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1704975"/>
          <a:chOff x="542925" y="1152525"/>
          <a:chExt cx="8610600" cy="170497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257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419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us p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5162550"/>
          <a:chOff x="542925" y="1152525"/>
          <a:chExt cx="8610600" cy="5162550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257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419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838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2000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4098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5717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nstituyentes Sn Int. Sn CP 5015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990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3152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562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724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bcdefg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4143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305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714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876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5762625"/>
          <a:chOff x="542925" y="1152525"/>
          <a:chExt cx="8610600" cy="576262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257300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55257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AHaCLWAP6hxhuECS9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47700" y="1876425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Foto del lugar no disponible.]]></a:t>
            </a:r>
          </a:p>
        </p:txBody>
      </p:sp>
      <p:pic>
        <p:nvPicPr>
          <p:cNvPr id="5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850" y="2847975"/>
            <a:ext cx="3562350" cy="19335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2085975"/>
          <a:chOff x="542925" y="1152525"/>
          <a:chExt cx="8610600" cy="208597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285875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285875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285875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285875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504950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12:20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504950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ici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504950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504950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0 mi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714500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2:20 - 17:20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276475" y="1714500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tr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991100" y="1714500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Nancy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7315200" y="1714500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00 mi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33425" y="1924050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7:20 - 18:00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2276475" y="1924050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in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991100" y="1924050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2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7315200" y="1924050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40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5667375"/>
          <a:chOff x="542925" y="1152525"/>
          <a:chExt cx="8610600" cy="566737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257300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Ilustración del acomodo de presidium no
disponible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91025" y="1276350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*. Lcdo. Ricardo Moreno Basti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391025" y="153352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esidente Municipal
Constitucional de Toluc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57975" y="1276350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Peter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657975" y="153352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 pete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391025" y="21621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Sofi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391025" y="24193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uesto sofu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657975" y="21621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657975" y="24193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4391025" y="5467350"/>
            <a:ext cx="40290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1876425"/>
          <a:chOff x="542925" y="1152525"/>
          <a:chExt cx="8610600" cy="187642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285875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285875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504950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504950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p
Cargo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714500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447800" y="1714500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gual p
Cargo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1666875"/>
          <a:chOff x="542925" y="1152525"/>
          <a:chExt cx="8610600" cy="166687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285875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285875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285875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504950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504950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 prueb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504950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prueba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1771650"/>
          <a:chOff x="542925" y="1152525"/>
          <a:chExt cx="8610600" cy="1771650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2858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248025" y="12858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omunicación Social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810250" y="12858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rección General de Administrac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76275" y="1504950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248025" y="1504950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Back
   3.05 x 9.76 m Estructur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810250" y="1504950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Carpa
   10 x 20 Metro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5438775"/>
          <a:chOff x="542925" y="1152525"/>
          <a:chExt cx="8610600" cy="543877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2858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52925" y="12858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Evento y ubica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76275" y="1504950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352925" y="1504950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Ultima prueba
Día: 01 de octubre de 2026
Horario: 09:00:00 - 18:00:00 horas
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47700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47700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47700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 Sistem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47700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47700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676775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676775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676775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Marco Antonio Guadarrama López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676775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676775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 Validad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44">
  <a:themeElements>
    <a:clrScheme name="Theme4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44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44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2026-08-11T08:16:09Z</dcterms:created>
  <dcterms:modified xsi:type="dcterms:W3CDTF">2026-08-11T08:16:09Z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