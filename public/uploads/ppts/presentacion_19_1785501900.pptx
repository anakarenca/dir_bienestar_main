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presProps" Target="presProps.xml"/>
  <Relationship Id="rId16" Type="http://schemas.openxmlformats.org/officeDocument/2006/relationships/viewProps" Target="viewProps.xml"/>
  <Relationship Id="rId17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4518173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1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6334125"/>
          <a:chOff x="1524000" y="381000"/>
          <a:chExt cx="16764000" cy="633412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TOLUC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952500"/>
            <a:ext cx="15240000" cy="4762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CAPITAL DE OPORTUNIDADES Y PROGRES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9050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2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Coordinación de Apoyo Técnic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2860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IRECCIÓN DE CONVIVENCIA SOCIAL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524000" y="2571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INCLUSIÓN Y NO DISCRIMINAC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524000" y="30480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2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Coordinar la instalación e integración del Consejo Municipal de Población (COMUPO).]]></a:t>
            </a:r>
          </a:p>
        </p:txBody>
      </p:sp>
      <p:sp>
        <p:nvSpPr>
          <p:cNvPr id="7" name=""/>
          <p:cNvSpPr txBox="1"/>
          <p:nvPr/>
        </p:nvSpPr>
        <p:spPr>
          <a:xfrm>
            <a:off x="3429000" y="4000500"/>
            <a:ext cx="11430000" cy="3810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APROBADO | RESPONSABLE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429000" y="4400550"/>
            <a:ext cx="1143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Mtra. Andrea Ma. Del Rocío Merlos Nájera | Mtro. Omar Ruiz Castillo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524000" y="49530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echa de entrega: 2026-07-30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524000" y="5238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Realizó: Mtro. Omar Ruiz Castillo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524000" y="5524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irma: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1524000" y="6000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echa del evento: 2026-10-01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2619375"/>
          <a:chOff x="1524000" y="381000"/>
          <a:chExt cx="16764000" cy="261937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Línea de acción PbRM: Coordinar la instalación e integración del Consejo Municipal de Población (COMUPO)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809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Objetivo del Evento: Propósito prueb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2860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Número de beneficiarios: 2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1666875"/>
          <a:chOff x="1524000" y="381000"/>
          <a:chExt cx="16764000" cy="166687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jus p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952875"/>
          <a:chOff x="1524000" y="381000"/>
          <a:chExt cx="16764000" cy="395287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echa: 2026-10-01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714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Hora inicio: 09:00:00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095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Lugar: Plaz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524000" y="2476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Vestimenta: Formal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524000" y="2857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uración: 9 h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524000" y="3238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Coordinación: abcdefg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524000" y="3619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Responsable: Mtro. Omar Ruiz Castillo - Coordinación de Apoyo Técnico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2714625"/>
          <a:chOff x="1524000" y="381000"/>
          <a:chExt cx="16764000" cy="271462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Ubicación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irección: Constituyentes Sn Int. Sn CP 50150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714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Google Maps: https://maps.app.goo.gl/AHaCLWAP6hxhuECS9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3812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No hay imágenes disponibles.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657600"/>
          <a:chOff x="1524000" y="381000"/>
          <a:chExt cx="16764000" cy="365760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Orden del Dí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2476500"/>
            <a:ext cx="15240000" cy="2667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Hora         Actividad                                          Responsable                                        Duración         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2781300"/>
            <a:ext cx="15240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09:00        Inicio                                             ID: 2                                              200 min           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3086100"/>
            <a:ext cx="15240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12:20        Otro                                               Nancy                                              300 min           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524000" y="3390900"/>
            <a:ext cx="15240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17:20        Fin                                                Oscar2                                             40 min            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714375" y="381000"/>
          <a:ext cx="16764000" cy="7762875"/>
          <a:chOff x="714375" y="381000"/>
          <a:chExt cx="16764000" cy="776287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Presí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14375" y="4429125"/>
            <a:ext cx="857250" cy="85725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9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Peter
carg pete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698625" y="4429125"/>
            <a:ext cx="857250" cy="85725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9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Sofia
Puesto sofu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2682875" y="4429125"/>
            <a:ext cx="857250" cy="85725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9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Ann
cargo an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3476625" y="4238625"/>
            <a:ext cx="1238250" cy="1238250"/>
          </a:xfrm>
          <a:prstGeom prst="rect">
            <a:avLst/>
          </a:prstGeom>
          <a:solidFill>
            <a:srgbClr val="80000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Presidente
]]></a:t>
            </a:r>
          </a:p>
        </p:txBody>
      </p:sp>
      <p:sp>
        <p:nvSpPr>
          <p:cNvPr id="6" name=""/>
          <p:cNvSpPr txBox="1"/>
          <p:nvPr/>
        </p:nvSpPr>
        <p:spPr>
          <a:xfrm>
            <a:off x="4651375" y="4429125"/>
            <a:ext cx="857250" cy="85725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9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Halem
cargo Halem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635625" y="4429125"/>
            <a:ext cx="857250" cy="85725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9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Nancy Espinosa Nute
Cargo Nan]]></a:t>
            </a:r>
          </a:p>
        </p:txBody>
      </p:sp>
      <p:sp>
        <p:nvSpPr>
          <p:cNvPr id="8" name=""/>
          <p:cNvSpPr txBox="1"/>
          <p:nvPr/>
        </p:nvSpPr>
        <p:spPr>
          <a:xfrm>
            <a:off x="6619875" y="4429125"/>
            <a:ext cx="857250" cy="85725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9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
]]></a:t>
            </a:r>
          </a:p>
        </p:txBody>
      </p:sp>
      <p:sp>
        <p:nvSpPr>
          <p:cNvPr id="9" name=""/>
          <p:cNvSpPr txBox="1"/>
          <p:nvPr/>
        </p:nvSpPr>
        <p:spPr>
          <a:xfrm>
            <a:off x="8572500" y="2476500"/>
            <a:ext cx="5715000" cy="2667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Pos.       Nombre              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8572500" y="2781300"/>
            <a:ext cx="5715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*          Peter               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8572500" y="3086100"/>
            <a:ext cx="5715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1          Sofia               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8572500" y="3390900"/>
            <a:ext cx="5715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2          Ann                 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8572500" y="3695700"/>
            <a:ext cx="5715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3          Halem               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8572500" y="4000500"/>
            <a:ext cx="5715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4          Nancy Espinosa Nute 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8572500" y="4305300"/>
            <a:ext cx="5715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5                              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1524000" y="7429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Maestra de ceremonias: maestra prueba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352800"/>
          <a:chOff x="1524000" y="381000"/>
          <a:chExt cx="16764000" cy="335280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Invitados Especiale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2476500"/>
            <a:ext cx="15240000" cy="2667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Nombre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Carg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2781300"/>
            <a:ext cx="15240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invitado p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Carg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3086100"/>
            <a:ext cx="15240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igual p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Carg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048000"/>
          <a:chOff x="1524000" y="381000"/>
          <a:chExt cx="16764000" cy="304800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Módulos Jornada Integral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2476500"/>
            <a:ext cx="15240000" cy="2667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Institucion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Servici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2781300"/>
            <a:ext cx="15240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institucion prueba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servicio prueba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048000"/>
          <a:chOff x="1524000" y="381000"/>
          <a:chExt cx="16764000" cy="304800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Requerimientos Operativ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2190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Internos: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2476500"/>
            <a:ext cx="15240000" cy="2667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Cantida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Nombre_insum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Medida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Unida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781300"/>
            <a:ext cx="15240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1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30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Metros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524000" y="2190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Externos: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524000" y="2476500"/>
            <a:ext cx="15240000" cy="2667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Cantida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Nombre_insum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Medida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Unida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524000" y="2781300"/>
            <a:ext cx="15240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1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10 x 20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Metros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667125"/>
          <a:chOff x="1524000" y="381000"/>
          <a:chExt cx="16764000" cy="366712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Requerimientos Finales y Firma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Evento: Coordinar la instalación e integración del Consejo Municipal de Población (COMUPO)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714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ía: 2026-10-01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095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Horario: 09:00:00 - 18:00:00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524000" y="2476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Ubicación: Constituyentes Sn Int. Sn CP 5015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524000" y="2952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irma 1: Mtro. Omar Ruiz Castillo - Coordinador de Apoyo Técnic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524000" y="3333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irma 2: Lcdo. Marco Antonio Guadarrama López - Delegado Administrativo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31">
  <a:themeElements>
    <a:clrScheme name="Theme3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31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31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12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2026-07-31T12:45:00Z</dcterms:created>
  <dcterms:modified xsi:type="dcterms:W3CDTF">2026-07-31T12:45:00Z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