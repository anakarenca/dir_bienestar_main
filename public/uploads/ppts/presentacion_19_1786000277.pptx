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presProps" Target="presProps.xml"/>
  <Relationship Id="rId17" Type="http://schemas.openxmlformats.org/officeDocument/2006/relationships/viewProps" Target="viewProps.xml"/>
  <Relationship Id="rId1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01655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0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2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238250" y="685800"/>
          <a:ext cx="17049750" cy="9048750"/>
          <a:chOff x="1238250" y="685800"/>
          <a:chExt cx="17049750" cy="9048750"/>
        </a:xfrm>
      </p:grpSpPr>
      <p:sp>
        <p:nvSpPr>
          <p:cNvPr id="1" name=""/>
          <p:cNvSpPr txBox="1"/>
          <p:nvPr/>
        </p:nvSpPr>
        <p:spPr>
          <a:xfrm>
            <a:off x="4333875" y="685800"/>
            <a:ext cx="9620250" cy="7239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5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3905250" y="8858250"/>
            <a:ext cx="10477500" cy="19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238250" y="2714625"/>
            <a:ext cx="15811500" cy="1047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e integración del Consejo Municipal de
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476750" y="4095750"/>
            <a:ext cx="9334500" cy="3429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9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echa del evento: 2026-10-0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476750" y="4572000"/>
            <a:ext cx="9334500" cy="457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476750" y="5143500"/>
            <a:ext cx="9334500" cy="457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tor: Mtra. Andrea Ma. Del Rocío Merlos Nájera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238250" y="685800"/>
          <a:ext cx="17049750" cy="9048750"/>
          <a:chOff x="1238250" y="685800"/>
          <a:chExt cx="17049750" cy="9048750"/>
        </a:xfrm>
      </p:grpSpPr>
      <p:sp>
        <p:nvSpPr>
          <p:cNvPr id="1" name=""/>
          <p:cNvSpPr txBox="1"/>
          <p:nvPr/>
        </p:nvSpPr>
        <p:spPr>
          <a:xfrm>
            <a:off x="4333875" y="685800"/>
            <a:ext cx="9620250" cy="7239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5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3905250" y="8858250"/>
            <a:ext cx="10477500" cy="19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238250" y="1952625"/>
            <a:ext cx="15811500" cy="457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3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238250" y="2714625"/>
            <a:ext cx="7667625" cy="3619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238250" y="3162300"/>
            <a:ext cx="7667625" cy="1762125"/>
          </a:xfrm>
          <a:prstGeom prst="rect">
            <a:avLst/>
          </a:prstGeom>
          <a:solidFill>
            <a:srgbClr val="FDF9F9">
              <a:alpha val="100.00%"/>
            </a:srgbClr>
          </a:solidFill>
          <a:ln w="12700" cap="flat" cmpd="sng" algn="ctr">
            <a:solidFill>
              <a:srgbClr val="E3D5D5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
(COMUPO)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9382125" y="2714625"/>
            <a:ext cx="7667625" cy="3619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9382125" y="3162300"/>
            <a:ext cx="7667625" cy="1762125"/>
          </a:xfrm>
          <a:prstGeom prst="rect">
            <a:avLst/>
          </a:prstGeom>
          <a:solidFill>
            <a:srgbClr val="FDF9F9">
              <a:alpha val="100.00%"/>
            </a:srgbClr>
          </a:solidFill>
          <a:ln w="12700" cap="flat" cmpd="sng" algn="ctr">
            <a:solidFill>
              <a:srgbClr val="E3D5D5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238250" y="5572125"/>
            <a:ext cx="7667625" cy="3619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238250" y="6019800"/>
            <a:ext cx="7667625" cy="1762125"/>
          </a:xfrm>
          <a:prstGeom prst="rect">
            <a:avLst/>
          </a:prstGeom>
          <a:solidFill>
            <a:srgbClr val="FDF9F9">
              <a:alpha val="100.00%"/>
            </a:srgbClr>
          </a:solidFill>
          <a:ln w="12700" cap="flat" cmpd="sng" algn="ctr">
            <a:solidFill>
              <a:srgbClr val="E3D5D5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382125" y="5572125"/>
            <a:ext cx="7667625" cy="3619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9382125" y="6019800"/>
            <a:ext cx="7667625" cy="1762125"/>
          </a:xfrm>
          <a:prstGeom prst="rect">
            <a:avLst/>
          </a:prstGeom>
          <a:solidFill>
            <a:srgbClr val="FDF9F9">
              <a:alpha val="100.00%"/>
            </a:srgbClr>
          </a:solidFill>
          <a:ln w="12700" cap="flat" cmpd="sng" algn="ctr">
            <a:solidFill>
              <a:srgbClr val="E3D5D5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238250" y="685800"/>
          <a:ext cx="17049750" cy="9048750"/>
          <a:chOff x="1238250" y="685800"/>
          <a:chExt cx="17049750" cy="9048750"/>
        </a:xfrm>
      </p:grpSpPr>
      <p:sp>
        <p:nvSpPr>
          <p:cNvPr id="1" name=""/>
          <p:cNvSpPr txBox="1"/>
          <p:nvPr/>
        </p:nvSpPr>
        <p:spPr>
          <a:xfrm>
            <a:off x="4333875" y="685800"/>
            <a:ext cx="9620250" cy="7239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5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3905250" y="8858250"/>
            <a:ext cx="10477500" cy="19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238250" y="1952625"/>
            <a:ext cx="15811500" cy="457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3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714500" y="3000375"/>
            <a:ext cx="14859000" cy="4762500"/>
          </a:xfrm>
          <a:prstGeom prst="rect">
            <a:avLst/>
          </a:prstGeom>
          <a:solidFill>
            <a:srgbClr val="FDF9F9">
              <a:alpha val="100.00%"/>
            </a:srgbClr>
          </a:solidFill>
          <a:ln w="12700" cap="flat" cmpd="sng" algn="ctr">
            <a:solidFill>
              <a:srgbClr val="E3D5D5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238250" y="685800"/>
          <a:ext cx="17049750" cy="9048750"/>
          <a:chOff x="1238250" y="685800"/>
          <a:chExt cx="17049750" cy="9048750"/>
        </a:xfrm>
      </p:grpSpPr>
      <p:sp>
        <p:nvSpPr>
          <p:cNvPr id="1" name=""/>
          <p:cNvSpPr txBox="1"/>
          <p:nvPr/>
        </p:nvSpPr>
        <p:spPr>
          <a:xfrm>
            <a:off x="4333875" y="685800"/>
            <a:ext cx="9620250" cy="7239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5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3905250" y="8858250"/>
            <a:ext cx="10477500" cy="19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238250" y="1952625"/>
            <a:ext cx="15811500" cy="457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3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238250" y="27622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7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238250" y="3095625"/>
            <a:ext cx="7620000" cy="809625"/>
          </a:xfrm>
          <a:prstGeom prst="rect">
            <a:avLst/>
          </a:prstGeom>
          <a:solidFill>
            <a:srgbClr val="FDF9F9">
              <a:alpha val="100.00%"/>
            </a:srgbClr>
          </a:solidFill>
          <a:ln w="12700" cap="flat" cmpd="sng" algn="ctr">
            <a:solidFill>
              <a:srgbClr val="E3D5D5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7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9286875" y="27622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7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9286875" y="3095625"/>
            <a:ext cx="7620000" cy="809625"/>
          </a:xfrm>
          <a:prstGeom prst="rect">
            <a:avLst/>
          </a:prstGeom>
          <a:solidFill>
            <a:srgbClr val="FDF9F9">
              <a:alpha val="100.00%"/>
            </a:srgbClr>
          </a:solidFill>
          <a:ln w="12700" cap="flat" cmpd="sng" algn="ctr">
            <a:solidFill>
              <a:srgbClr val="E3D5D5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7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238250" y="4143375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7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238250" y="4476750"/>
            <a:ext cx="7620000" cy="809625"/>
          </a:xfrm>
          <a:prstGeom prst="rect">
            <a:avLst/>
          </a:prstGeom>
          <a:solidFill>
            <a:srgbClr val="FDF9F9">
              <a:alpha val="100.00%"/>
            </a:srgbClr>
          </a:solidFill>
          <a:ln w="12700" cap="flat" cmpd="sng" algn="ctr">
            <a:solidFill>
              <a:srgbClr val="E3D5D5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7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286875" y="4143375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7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9286875" y="4476750"/>
            <a:ext cx="7620000" cy="809625"/>
          </a:xfrm>
          <a:prstGeom prst="rect">
            <a:avLst/>
          </a:prstGeom>
          <a:solidFill>
            <a:srgbClr val="FDF9F9">
              <a:alpha val="100.00%"/>
            </a:srgbClr>
          </a:solidFill>
          <a:ln w="12700" cap="flat" cmpd="sng" algn="ctr">
            <a:solidFill>
              <a:srgbClr val="E3D5D5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7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238250" y="552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7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238250" y="5857875"/>
            <a:ext cx="7620000" cy="809625"/>
          </a:xfrm>
          <a:prstGeom prst="rect">
            <a:avLst/>
          </a:prstGeom>
          <a:solidFill>
            <a:srgbClr val="FDF9F9">
              <a:alpha val="100.00%"/>
            </a:srgbClr>
          </a:solidFill>
          <a:ln w="12700" cap="flat" cmpd="sng" algn="ctr">
            <a:solidFill>
              <a:srgbClr val="E3D5D5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7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9286875" y="552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7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9286875" y="5857875"/>
            <a:ext cx="7620000" cy="809625"/>
          </a:xfrm>
          <a:prstGeom prst="rect">
            <a:avLst/>
          </a:prstGeom>
          <a:solidFill>
            <a:srgbClr val="FDF9F9">
              <a:alpha val="100.00%"/>
            </a:srgbClr>
          </a:solidFill>
          <a:ln w="12700" cap="flat" cmpd="sng" algn="ctr">
            <a:solidFill>
              <a:srgbClr val="E3D5D5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7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1238250" y="6905625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7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1238250" y="7239000"/>
            <a:ext cx="7620000" cy="809625"/>
          </a:xfrm>
          <a:prstGeom prst="rect">
            <a:avLst/>
          </a:prstGeom>
          <a:solidFill>
            <a:srgbClr val="FDF9F9">
              <a:alpha val="100.00%"/>
            </a:srgbClr>
          </a:solidFill>
          <a:ln w="12700" cap="flat" cmpd="sng" algn="ctr">
            <a:solidFill>
              <a:srgbClr val="E3D5D5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7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238250" y="685800"/>
          <a:ext cx="17049750" cy="9048750"/>
          <a:chOff x="1238250" y="685800"/>
          <a:chExt cx="17049750" cy="9048750"/>
        </a:xfrm>
      </p:grpSpPr>
      <p:sp>
        <p:nvSpPr>
          <p:cNvPr id="1" name=""/>
          <p:cNvSpPr txBox="1"/>
          <p:nvPr/>
        </p:nvSpPr>
        <p:spPr>
          <a:xfrm>
            <a:off x="4333875" y="685800"/>
            <a:ext cx="9620250" cy="7239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5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3905250" y="8858250"/>
            <a:ext cx="10477500" cy="19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238250" y="1952625"/>
            <a:ext cx="15811500" cy="457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3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238250" y="2714625"/>
            <a:ext cx="15811500" cy="714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238250" y="3476625"/>
            <a:ext cx="15811500" cy="523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238250" y="685800"/>
          <a:ext cx="17049750" cy="9048750"/>
          <a:chOff x="1238250" y="685800"/>
          <a:chExt cx="17049750" cy="9048750"/>
        </a:xfrm>
      </p:grpSpPr>
      <p:sp>
        <p:nvSpPr>
          <p:cNvPr id="1" name=""/>
          <p:cNvSpPr txBox="1"/>
          <p:nvPr/>
        </p:nvSpPr>
        <p:spPr>
          <a:xfrm>
            <a:off x="4333875" y="685800"/>
            <a:ext cx="9620250" cy="7239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5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3905250" y="8858250"/>
            <a:ext cx="10477500" cy="19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238250" y="1952625"/>
            <a:ext cx="15811500" cy="457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3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295400" y="2752725"/>
            <a:ext cx="236220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771900" y="2752725"/>
            <a:ext cx="750570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1391900" y="2752725"/>
            <a:ext cx="560070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295400" y="3190875"/>
            <a:ext cx="23622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771900" y="3190875"/>
            <a:ext cx="75057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1391900" y="3190875"/>
            <a:ext cx="56007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295400" y="3590925"/>
            <a:ext cx="23622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3771900" y="3590925"/>
            <a:ext cx="75057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1391900" y="3590925"/>
            <a:ext cx="56007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295400" y="3990975"/>
            <a:ext cx="23622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3771900" y="3990975"/>
            <a:ext cx="75057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11391900" y="3990975"/>
            <a:ext cx="56007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238250" y="685800"/>
          <a:ext cx="17049750" cy="9048750"/>
          <a:chOff x="1238250" y="685800"/>
          <a:chExt cx="17049750" cy="9048750"/>
        </a:xfrm>
      </p:grpSpPr>
      <p:sp>
        <p:nvSpPr>
          <p:cNvPr id="1" name=""/>
          <p:cNvSpPr txBox="1"/>
          <p:nvPr/>
        </p:nvSpPr>
        <p:spPr>
          <a:xfrm>
            <a:off x="4333875" y="685800"/>
            <a:ext cx="9620250" cy="7239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5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3905250" y="8858250"/>
            <a:ext cx="10477500" cy="19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238250" y="1952625"/>
            <a:ext cx="15811500" cy="457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3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4" name=""/>
          <p:cNvSpPr txBox="1"/>
          <p:nvPr/>
        </p:nvSpPr>
        <p:spPr>
          <a:xfrm>
            <a:off x="8763000" y="2952750"/>
            <a:ext cx="3619500" cy="4286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5" name=""/>
          <p:cNvSpPr txBox="1"/>
          <p:nvPr/>
        </p:nvSpPr>
        <p:spPr>
          <a:xfrm>
            <a:off x="8763000" y="3429000"/>
            <a:ext cx="3619500" cy="619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2954000" y="2952750"/>
            <a:ext cx="3619500" cy="4286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2954000" y="3429000"/>
            <a:ext cx="3619500" cy="619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8763000" y="4238625"/>
            <a:ext cx="3619500" cy="4286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An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8763000" y="4714875"/>
            <a:ext cx="3619500" cy="619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2954000" y="4238625"/>
            <a:ext cx="3619500" cy="4286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4. Halem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2954000" y="4714875"/>
            <a:ext cx="3619500" cy="619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Halem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8763000" y="5524500"/>
            <a:ext cx="3619500" cy="4286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5. Nancy Espinosa Nut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763000" y="6000750"/>
            <a:ext cx="3619500" cy="619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Na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12954000" y="5524500"/>
            <a:ext cx="3619500" cy="4286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6. 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12954000" y="6000750"/>
            <a:ext cx="3619500" cy="619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238250" y="685800"/>
          <a:ext cx="17049750" cy="9048750"/>
          <a:chOff x="1238250" y="685800"/>
          <a:chExt cx="17049750" cy="9048750"/>
        </a:xfrm>
      </p:grpSpPr>
      <p:sp>
        <p:nvSpPr>
          <p:cNvPr id="1" name=""/>
          <p:cNvSpPr txBox="1"/>
          <p:nvPr/>
        </p:nvSpPr>
        <p:spPr>
          <a:xfrm>
            <a:off x="4333875" y="685800"/>
            <a:ext cx="9620250" cy="7239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5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3905250" y="8858250"/>
            <a:ext cx="10477500" cy="19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238250" y="1952625"/>
            <a:ext cx="15811500" cy="457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3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Invitados especiale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295400" y="2752725"/>
            <a:ext cx="131445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724150" y="2752725"/>
            <a:ext cx="626745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ombre]]></a:t>
            </a:r>
          </a:p>
        </p:txBody>
      </p:sp>
      <p:sp>
        <p:nvSpPr>
          <p:cNvPr id="6" name=""/>
          <p:cNvSpPr txBox="1"/>
          <p:nvPr/>
        </p:nvSpPr>
        <p:spPr>
          <a:xfrm>
            <a:off x="9105900" y="2752725"/>
            <a:ext cx="788670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rg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295400" y="3190875"/>
            <a:ext cx="131445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2724150" y="3190875"/>
            <a:ext cx="626745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]]></a:t>
            </a:r>
          </a:p>
        </p:txBody>
      </p:sp>
      <p:sp>
        <p:nvSpPr>
          <p:cNvPr id="9" name=""/>
          <p:cNvSpPr txBox="1"/>
          <p:nvPr/>
        </p:nvSpPr>
        <p:spPr>
          <a:xfrm>
            <a:off x="9105900" y="3190875"/>
            <a:ext cx="78867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295400" y="3590925"/>
            <a:ext cx="131445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724150" y="3590925"/>
            <a:ext cx="626745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9105900" y="3590925"/>
            <a:ext cx="78867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238250" y="685800"/>
          <a:ext cx="17049750" cy="9048750"/>
          <a:chOff x="1238250" y="685800"/>
          <a:chExt cx="17049750" cy="9048750"/>
        </a:xfrm>
      </p:grpSpPr>
      <p:sp>
        <p:nvSpPr>
          <p:cNvPr id="1" name=""/>
          <p:cNvSpPr txBox="1"/>
          <p:nvPr/>
        </p:nvSpPr>
        <p:spPr>
          <a:xfrm>
            <a:off x="4333875" y="685800"/>
            <a:ext cx="9620250" cy="7239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5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3905250" y="8858250"/>
            <a:ext cx="10477500" cy="19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238250" y="1952625"/>
            <a:ext cx="15811500" cy="457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3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295400" y="2752725"/>
            <a:ext cx="131445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724150" y="2752725"/>
            <a:ext cx="674370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9582150" y="2752725"/>
            <a:ext cx="741045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295400" y="3190875"/>
            <a:ext cx="131445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2724150" y="3190875"/>
            <a:ext cx="67437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9582150" y="3190875"/>
            <a:ext cx="741045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238250" y="685800"/>
          <a:ext cx="17049750" cy="9048750"/>
          <a:chOff x="1238250" y="685800"/>
          <a:chExt cx="17049750" cy="9048750"/>
        </a:xfrm>
      </p:grpSpPr>
      <p:sp>
        <p:nvSpPr>
          <p:cNvPr id="1" name=""/>
          <p:cNvSpPr txBox="1"/>
          <p:nvPr/>
        </p:nvSpPr>
        <p:spPr>
          <a:xfrm>
            <a:off x="4333875" y="685800"/>
            <a:ext cx="9620250" cy="7239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5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3905250" y="8858250"/>
            <a:ext cx="10477500" cy="19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238250" y="1952625"/>
            <a:ext cx="15811500" cy="457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3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interno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295400" y="2752725"/>
            <a:ext cx="112395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533650" y="2752725"/>
            <a:ext cx="198120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629150" y="2752725"/>
            <a:ext cx="664845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1391900" y="2752725"/>
            <a:ext cx="560070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 / entreg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295400" y="3190875"/>
            <a:ext cx="112395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9" name=""/>
          <p:cNvSpPr txBox="1"/>
          <p:nvPr/>
        </p:nvSpPr>
        <p:spPr>
          <a:xfrm>
            <a:off x="2533650" y="3190875"/>
            <a:ext cx="19812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629150" y="3190875"/>
            <a:ext cx="664845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11391900" y="3190875"/>
            <a:ext cx="56007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238250" y="685800"/>
          <a:ext cx="17049750" cy="9048750"/>
          <a:chOff x="1238250" y="685800"/>
          <a:chExt cx="17049750" cy="9048750"/>
        </a:xfrm>
      </p:grpSpPr>
      <p:sp>
        <p:nvSpPr>
          <p:cNvPr id="1" name=""/>
          <p:cNvSpPr txBox="1"/>
          <p:nvPr/>
        </p:nvSpPr>
        <p:spPr>
          <a:xfrm>
            <a:off x="4333875" y="685800"/>
            <a:ext cx="9620250" cy="7239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5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3905250" y="8858250"/>
            <a:ext cx="10477500" cy="19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238250" y="1952625"/>
            <a:ext cx="15811500" cy="457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3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externo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295400" y="2752725"/>
            <a:ext cx="112395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533650" y="2752725"/>
            <a:ext cx="198120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629150" y="2752725"/>
            <a:ext cx="664845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1391900" y="2752725"/>
            <a:ext cx="560070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 / entreg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295400" y="3190875"/>
            <a:ext cx="112395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9" name=""/>
          <p:cNvSpPr txBox="1"/>
          <p:nvPr/>
        </p:nvSpPr>
        <p:spPr>
          <a:xfrm>
            <a:off x="2533650" y="3190875"/>
            <a:ext cx="19812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629150" y="3190875"/>
            <a:ext cx="664845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11391900" y="3190875"/>
            <a:ext cx="56007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etros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238250" y="685800"/>
          <a:ext cx="17049750" cy="9048750"/>
          <a:chOff x="1238250" y="685800"/>
          <a:chExt cx="17049750" cy="9048750"/>
        </a:xfrm>
      </p:grpSpPr>
      <p:sp>
        <p:nvSpPr>
          <p:cNvPr id="1" name=""/>
          <p:cNvSpPr txBox="1"/>
          <p:nvPr/>
        </p:nvSpPr>
        <p:spPr>
          <a:xfrm>
            <a:off x="4333875" y="685800"/>
            <a:ext cx="9620250" cy="7239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5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3905250" y="8858250"/>
            <a:ext cx="10477500" cy="19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238250" y="1952625"/>
            <a:ext cx="15811500" cy="457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3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de comun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295400" y="2752725"/>
            <a:ext cx="112395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533650" y="2752725"/>
            <a:ext cx="198120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629150" y="2752725"/>
            <a:ext cx="664845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1391900" y="2752725"/>
            <a:ext cx="5600700" cy="361950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5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 / entreg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295400" y="3190875"/>
            <a:ext cx="112395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9" name=""/>
          <p:cNvSpPr txBox="1"/>
          <p:nvPr/>
        </p:nvSpPr>
        <p:spPr>
          <a:xfrm>
            <a:off x="2533650" y="3190875"/>
            <a:ext cx="19812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629150" y="3190875"/>
            <a:ext cx="664845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11391900" y="3190875"/>
            <a:ext cx="5600700" cy="323850"/>
          </a:xfrm>
          <a:prstGeom prst="rect">
            <a:avLst/>
          </a:prstGeom>
          <a:solidFill>
            <a:srgbClr val="FCFAFA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structura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238250" y="685800"/>
          <a:ext cx="17049750" cy="9048750"/>
          <a:chOff x="1238250" y="685800"/>
          <a:chExt cx="17049750" cy="9048750"/>
        </a:xfrm>
      </p:grpSpPr>
      <p:sp>
        <p:nvSpPr>
          <p:cNvPr id="1" name=""/>
          <p:cNvSpPr txBox="1"/>
          <p:nvPr/>
        </p:nvSpPr>
        <p:spPr>
          <a:xfrm>
            <a:off x="4333875" y="685800"/>
            <a:ext cx="9620250" cy="7239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5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3905250" y="8858250"/>
            <a:ext cx="10477500" cy="19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238250" y="1952625"/>
            <a:ext cx="15811500" cy="457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3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irma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714500" y="3143250"/>
            <a:ext cx="14859000" cy="523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476500" y="6191250"/>
            <a:ext cx="47625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__________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476500" y="6619875"/>
            <a:ext cx="4762500" cy="523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1049000" y="6191250"/>
            <a:ext cx="47625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1049000" y="6619875"/>
            <a:ext cx="4762500" cy="523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5">
  <a:themeElements>
    <a:clrScheme name="Theme8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5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2026-08-06T07:11:17Z</dcterms:created>
  <dcterms:modified xsi:type="dcterms:W3CDTF">2026-08-06T07:11:17Z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