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664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7793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0877933.jpeg"/>
  <Relationship Id="rId3" Type="http://schemas.openxmlformats.org/officeDocument/2006/relationships/image" Target="../media/maps_1786087793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695450"/>
            <a:ext cx="1952625" cy="3886200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0" y="2667000"/>
            <a:ext cx="356235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391025" y="381952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391025" y="407670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14500"/>
          <a:chOff x="542925" y="762000"/>
          <a:chExt cx="8610600" cy="17145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
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90675"/>
          <a:chOff x="542925" y="762000"/>
          <a:chExt cx="8610600" cy="15906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
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-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requerimiento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-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
del Consejo Municipal de Población (COMUPO).
Día: 2026-10-01
Horario:  horas
Ubicación: 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2">
  <a:themeElements>
    <a:clrScheme name="Theme7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2026-08-07T08:12:53Z</dcterms:created>
  <dcterms:modified xsi:type="dcterms:W3CDTF">2026-08-07T08:12:53Z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