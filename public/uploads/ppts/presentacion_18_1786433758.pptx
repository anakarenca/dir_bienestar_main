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003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907461.jp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091919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hgiuhbinkjknmpñl,´{ñplmolñml, hinmkmlñmlñmmlmlñmm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7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57475"/>
            <a:ext cx="3600450" cy="1952625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009775"/>
          <a:chOff x="542925" y="762000"/>
          <a:chExt cx="8610600" cy="2009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od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Jorge Leonardo Espinoza López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6383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30 - 17:5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6383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6383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6383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8478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5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8478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8478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8478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A KAREN CARMONA AVIL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Nancy Espinosa Nut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Nanc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 Digital
   16:9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Planta de luz
   Unidade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
Día: 30 de septiem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0">
  <a:themeElements>
    <a:clrScheme name="Theme8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2026-08-11T07:35:58Z</dcterms:created>
  <dcterms:modified xsi:type="dcterms:W3CDTF">2026-08-11T07:35:58Z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