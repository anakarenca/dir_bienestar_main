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05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762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476500"/>
          <a:chOff x="571500" y="381000"/>
          <a:chExt cx="8191500" cy="2476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619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524000"/>
          <a:chOff x="571500" y="381000"/>
          <a:chExt cx="8191500" cy="1524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810000"/>
          <a:chOff x="571500" y="381000"/>
          <a:chExt cx="8191500" cy="3810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667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048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429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905000"/>
          <a:chOff x="571500" y="381000"/>
          <a:chExt cx="8191500" cy="1905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| Actividad | Responsable |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| Inicio | ID: 2 |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| Otro | Nancy |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| Fin | Oscar2 |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714750"/>
          <a:chOff x="571500" y="381000"/>
          <a:chExt cx="8191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|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|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|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286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|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2571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|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2857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|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3333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| 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| Cargo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714500"/>
          <a:chOff x="571500" y="381000"/>
          <a:chExt cx="8191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| servici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| servicio prueba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30 |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10 x 20 |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524250"/>
          <a:chOff x="571500" y="381000"/>
          <a:chExt cx="8191500" cy="3524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762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143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1">
  <a:themeElements>
    <a:clrScheme name="Theme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2026-07-31T10:37:57Z</dcterms:created>
  <dcterms:modified xsi:type="dcterms:W3CDTF">2026-07-31T10:37:57Z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