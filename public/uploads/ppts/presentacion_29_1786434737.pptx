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Default Extension="gif" ContentType="image/gif"/>
  <Default Extension="jpg" ContentType="image/jpeg"/>
  <Default Extension="jpeg" ContentType="image/jpeg"/>
  <Default Extension="png" ContentType="image/png"/>
  <Default Extension="xlsx" ContentType="application/vnd.openxmlformats-officedocument.spreadsheetml.sheet"/>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6858000" type="screen4x3"/>
  <p:notesSz cx="6858000" cy="9144000"/>
  <p:defaultTextStyle>
    <a:defPPr>
      <a:defRPr lang="fr-FR"/>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lastView="sldView">
  <p:slideViewPr>
    <p:cSldViewPr>
      <p:cViewPr>
        <p:scale>
          <a:sx d="100" n="100"/>
          <a:sy d="100" n="100"/>
        </p:scale>
        <p:origin x="0" y="0"/>
      </p:cViewPr>
    </p:cSldViewPr>
  </p:slide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theme" Target="theme/theme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presProps" Target="presProps.xml"/>
  <Relationship Id="rId15" Type="http://schemas.openxmlformats.org/officeDocument/2006/relationships/viewProps" Target="viewProps.xml"/>
  <Relationship Id="rId16"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475451010" r:id="rId1"/>
  </p:sldLayoutIdLst>
  <p:txStyles>
    <p:titleStyle>
      <a:lvl1pPr algn="ctr">
        <a:defRPr sz="4400" kern="1200">
          <a:solidFill>
            <a:schemeClr val="lt1"/>
          </a:solidFill>
        </a:defRPr>
      </a:lvl1pPr>
      <a:extLst/>
    </p:titleStyle>
    <p:bodyStyle>
      <a:lvl1pPr algn="ctr" indent="-324900">
        <a:defRPr sz="3200" kern="1200">
          <a:solidFill>
            <a:schemeClr val="tx1"/>
          </a:solidFill>
        </a:defRPr>
      </a:lvl1pPr>
      <a:extLst/>
    </p:bodyStyle>
    <p:otherStyle>
      <a:defPPr algn="ctr">
        <a:defRPr kern="1200">
          <a:solidFill>
            <a:schemeClr val="tx1"/>
          </a:solidFill>
        </a:defRPr>
      </a:defPPr>
      <a:extLst/>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fondo_pptx_portada1.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background_1.png"/>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background_2.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background_3.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maps_17864341832.jpg"/>
  <Relationship Id="rId3" Type="http://schemas.openxmlformats.org/officeDocument/2006/relationships/image" Target="../media/background_4.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background_5.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background_6.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background_7.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background_8.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background_9.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background_10.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19050"/>
          <a:ext cx="9144000" cy="6848475"/>
          <a:chOff x="0" y="19050"/>
          <a:chExt cx="9144000" cy="6848475"/>
        </a:xfrm>
      </p:grpSpPr>
      <p:pic>
        <p:nvPicPr>
          <p:cNvPr id="1" name="" descr=""/>
          <p:cNvPicPr>
            <a:picLocks noChangeAspect="1"/>
          </p:cNvPicPr>
          <p:nvPr/>
        </p:nvPicPr>
        <p:blipFill>
          <a:blip r:embed="rId2"/>
          <a:stretch>
            <a:fillRect/>
          </a:stretch>
        </p:blipFill>
        <p:spPr>
          <a:xfrm>
            <a:off x="0" y="19050"/>
            <a:ext cx="9144000" cy="6829425"/>
          </a:xfrm>
          <a:prstGeom prst="rect">
            <a:avLst/>
          </a:prstGeom>
        </p:spPr>
      </p:pic>
      <p:sp>
        <p:nvSpPr>
          <p:cNvPr id="2" name=""/>
          <p:cNvSpPr txBox="1"/>
          <p:nvPr/>
        </p:nvSpPr>
        <p:spPr>
          <a:xfrm>
            <a:off x="647700" y="1152525"/>
            <a:ext cx="7848600" cy="866775"/>
          </a:xfrm>
          <a:prstGeom prst="rect">
            <a:avLst/>
          </a:prstGeom>
          <a:noFill/>
        </p:spPr>
        <p:txBody>
          <a:bodyPr rtlCol="0" bIns="45720" lIns="91440" rIns="91440" tIns="45720">
            <a:spAutoFit/>
          </a:bodyPr>
          <a:lstStyle/>
          <a:p>
            <a:pPr algn="ctr" fontAlgn="base" marL="0" marR="0" indent="0" lvl="0">
              <a:lnSpc>
                <a:spcPct val="100%"/>
              </a:lnSpc>
            </a:pPr>
            <a:r>
              <a:rPr lang="en-US" b="1" sz="2400" spc="0" u="none">
                <a:solidFill>
                  <a:srgbClr val="800000">
                    <a:alpha val="100.00%"/>
                  </a:srgbClr>
                </a:solidFill>
                <a:latin typeface="Aptos"/>
              </a:rPr>
              <a:t><![CDATA[Elaborar un informe sobre el seguimiento de las adquisiciones
y ?rdenes de servicio de la Direcci?n.]]></a:t>
            </a:r>
          </a:p>
        </p:txBody>
      </p:sp>
      <p:sp>
        <p:nvSpPr>
          <p:cNvPr id="3" name=""/>
          <p:cNvSpPr txBox="1"/>
          <p:nvPr/>
        </p:nvSpPr>
        <p:spPr>
          <a:xfrm>
            <a:off x="723900" y="2362200"/>
            <a:ext cx="3781425" cy="238125"/>
          </a:xfrm>
          <a:prstGeom prst="rect">
            <a:avLst/>
          </a:prstGeom>
          <a:noFill/>
        </p:spPr>
        <p:txBody>
          <a:bodyPr rtlCol="0" bIns="45720" lIns="91440" rIns="91440" tIns="45720">
            <a:spAutoFit/>
          </a:bodyPr>
          <a:lstStyle/>
          <a:p>
            <a:pPr algn="ctr" fontAlgn="base" marL="0" marR="0" indent="0" lvl="0">
              <a:lnSpc>
                <a:spcPct val="100%"/>
              </a:lnSpc>
            </a:pPr>
            <a:r>
              <a:rPr lang="en-US" sz="1300" spc="0" u="none">
                <a:solidFill>
                  <a:srgbClr val="3E3E3E">
                    <a:alpha val="100.00%"/>
                  </a:srgbClr>
                </a:solidFill>
                <a:latin typeface="Aptos"/>
              </a:rPr>
              <a:t><![CDATA[Aprobado: MTRA. ANDREA MA. DEL ROCÍO MERLOS NÁJERA]]></a:t>
            </a:r>
          </a:p>
        </p:txBody>
      </p:sp>
      <p:sp>
        <p:nvSpPr>
          <p:cNvPr id="4" name=""/>
          <p:cNvSpPr txBox="1"/>
          <p:nvPr/>
        </p:nvSpPr>
        <p:spPr>
          <a:xfrm>
            <a:off x="4648200" y="2362200"/>
            <a:ext cx="3781425" cy="238125"/>
          </a:xfrm>
          <a:prstGeom prst="rect">
            <a:avLst/>
          </a:prstGeom>
          <a:noFill/>
        </p:spPr>
        <p:txBody>
          <a:bodyPr rtlCol="0" bIns="45720" lIns="91440" rIns="91440" tIns="45720">
            <a:spAutoFit/>
          </a:bodyPr>
          <a:lstStyle/>
          <a:p>
            <a:pPr algn="ctr" fontAlgn="base" marL="0" marR="0" indent="0" lvl="0">
              <a:lnSpc>
                <a:spcPct val="100%"/>
              </a:lnSpc>
            </a:pPr>
            <a:r>
              <a:rPr lang="en-US" sz="1300" spc="0" u="none">
                <a:solidFill>
                  <a:srgbClr val="3E3E3E">
                    <a:alpha val="100.00%"/>
                  </a:srgbClr>
                </a:solidFill>
                <a:latin typeface="Aptos"/>
              </a:rPr>
              <a:t><![CDATA[Responsable: Administrador Siste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p:bgPr>
    </p:bg>
    <p:spTree>
      <p:nvGrpSpPr>
        <p:cNvPr id="1" name=""/>
        <p:cNvGrpSpPr/>
        <p:nvPr/>
      </p:nvGrpSpPr>
      <p:grpSpPr>
        <a:xfrm>
          <a:off x="542925" y="1152525"/>
          <a:ext cx="8610600" cy="4162425"/>
          <a:chOff x="542925" y="1152525"/>
          <a:chExt cx="8610600" cy="4162425"/>
        </a:xfrm>
      </p:grpSpPr>
      <p:sp>
        <p:nvSpPr>
          <p:cNvPr id="1" name=""/>
          <p:cNvSpPr txBox="1"/>
          <p:nvPr/>
        </p:nvSpPr>
        <p:spPr>
          <a:xfrm>
            <a:off x="542925" y="1152525"/>
            <a:ext cx="8067675" cy="200025"/>
          </a:xfrm>
          <a:prstGeom prst="rect">
            <a:avLst/>
          </a:prstGeom>
          <a:noFill/>
        </p:spPr>
        <p:txBody>
          <a:bodyPr rtlCol="0" bIns="45720" lIns="91440" rIns="91440" tIns="45720">
            <a:spAutoFit/>
          </a:bodyPr>
          <a:lstStyle/>
          <a:p>
            <a:pPr algn="l" fontAlgn="base" marL="0" marR="0" indent="0" lvl="0">
              <a:lnSpc>
                <a:spcPct val="100%"/>
              </a:lnSpc>
            </a:pPr>
            <a:r>
              <a:rPr lang="en-US" b="1" sz="1600" spc="0" u="none">
                <a:solidFill>
                  <a:srgbClr val="800000">
                    <a:alpha val="100.00%"/>
                  </a:srgbClr>
                </a:solidFill>
                <a:latin typeface="Aptos"/>
              </a:rPr>
              <a:t><![CDATA[Objetivo y beneficiarios]]></a:t>
            </a:r>
          </a:p>
        </p:txBody>
      </p:sp>
      <p:sp>
        <p:nvSpPr>
          <p:cNvPr id="2" name=""/>
          <p:cNvSpPr txBox="1"/>
          <p:nvPr/>
        </p:nvSpPr>
        <p:spPr>
          <a:xfrm>
            <a:off x="542925" y="1257300"/>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Línea de acción PbRM]]></a:t>
            </a:r>
          </a:p>
        </p:txBody>
      </p:sp>
      <p:sp>
        <p:nvSpPr>
          <p:cNvPr id="3" name=""/>
          <p:cNvSpPr txBox="1"/>
          <p:nvPr/>
        </p:nvSpPr>
        <p:spPr>
          <a:xfrm>
            <a:off x="542925" y="1419225"/>
            <a:ext cx="8067675" cy="285750"/>
          </a:xfrm>
          <a:prstGeom prst="rect">
            <a:avLst/>
          </a:prstGeom>
          <a:noFill/>
        </p:spPr>
        <p:txBody>
          <a:bodyPr rtlCol="0" bIns="45720" lIns="91440" rIns="91440" tIns="45720">
            <a:spAutoFit/>
          </a:bodyPr>
          <a:lstStyle/>
          <a:p>
            <a:pPr algn="l" fontAlgn="base" marL="0" marR="0" indent="0" lvl="0">
              <a:lnSpc>
                <a:spcPct val="100%"/>
              </a:lnSpc>
            </a:pPr>
            <a:r>
              <a:rPr lang="en-US" sz="1500" spc="0" u="none">
                <a:solidFill>
                  <a:srgbClr val="3E3E3E">
                    <a:alpha val="100.00%"/>
                  </a:srgbClr>
                </a:solidFill>
                <a:latin typeface="Aptos"/>
              </a:rPr>
              <a:t><![CDATA[Elaborar un informe sobre el seguimiento de las adquisiciones y ?rdenes de servicio de la Direcci?n.]]></a:t>
            </a:r>
          </a:p>
        </p:txBody>
      </p:sp>
      <p:sp>
        <p:nvSpPr>
          <p:cNvPr id="4" name=""/>
          <p:cNvSpPr txBox="1"/>
          <p:nvPr/>
        </p:nvSpPr>
        <p:spPr>
          <a:xfrm>
            <a:off x="542925" y="1838325"/>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Objetivo PbRM]]></a:t>
            </a:r>
          </a:p>
        </p:txBody>
      </p:sp>
      <p:sp>
        <p:nvSpPr>
          <p:cNvPr id="5" name=""/>
          <p:cNvSpPr txBox="1"/>
          <p:nvPr/>
        </p:nvSpPr>
        <p:spPr>
          <a:xfrm>
            <a:off x="542925" y="2000250"/>
            <a:ext cx="8067675" cy="1019175"/>
          </a:xfrm>
          <a:prstGeom prst="rect">
            <a:avLst/>
          </a:prstGeom>
          <a:noFill/>
        </p:spPr>
        <p:txBody>
          <a:bodyPr rtlCol="0" bIns="45720" lIns="91440" rIns="91440" tIns="45720">
            <a:spAutoFit/>
          </a:bodyPr>
          <a:lstStyle/>
          <a:p>
            <a:pPr algn="l" fontAlgn="base" marL="0" marR="0" indent="0" lvl="0">
              <a:lnSpc>
                <a:spcPct val="100%"/>
              </a:lnSpc>
            </a:pPr>
            <a:r>
              <a:rPr lang="en-US" sz="1500" spc="0" u="none">
                <a:solidFill>
                  <a:srgbClr val="3E3E3E">
                    <a:alpha val="100.00%"/>
                  </a:srgbClr>
                </a:solidFill>
                <a:latin typeface="Aptos"/>
              </a:rPr>
              <a:t><![CDATA[Comprende el conjunto de actividades y herramientas para coadyuvar a que la actuación de los
servidores públicos sea eficaz, eficiente y transparente, a fin de generar resultados con apego a los
principios de legalidad, objetividad, profesionalismo, honradez, lealtad, imparcialidad, eficiencia,
eficacia, equidad, transparencia, economía, integridad, que permite la toma de decisiones sobre la
aplicación de los recursos públicos con el objeto de mejorar la calidad del gasto público y la
rendición de cuenta]]></a:t>
            </a:r>
          </a:p>
        </p:txBody>
      </p:sp>
      <p:sp>
        <p:nvSpPr>
          <p:cNvPr id="6" name=""/>
          <p:cNvSpPr txBox="1"/>
          <p:nvPr/>
        </p:nvSpPr>
        <p:spPr>
          <a:xfrm>
            <a:off x="542925" y="3143250"/>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Objetivo del evento]]></a:t>
            </a:r>
          </a:p>
        </p:txBody>
      </p:sp>
      <p:sp>
        <p:nvSpPr>
          <p:cNvPr id="7" name=""/>
          <p:cNvSpPr txBox="1"/>
          <p:nvPr/>
        </p:nvSpPr>
        <p:spPr>
          <a:xfrm>
            <a:off x="542925" y="3305175"/>
            <a:ext cx="8067675" cy="285750"/>
          </a:xfrm>
          <a:prstGeom prst="rect">
            <a:avLst/>
          </a:prstGeom>
          <a:noFill/>
        </p:spPr>
        <p:txBody>
          <a:bodyPr rtlCol="0" bIns="45720" lIns="91440" rIns="91440" tIns="45720">
            <a:spAutoFit/>
          </a:bodyPr>
          <a:lstStyle/>
          <a:p>
            <a:pPr algn="l" fontAlgn="base" marL="0" marR="0" indent="0" lvl="0">
              <a:lnSpc>
                <a:spcPct val="100%"/>
              </a:lnSpc>
            </a:pPr>
            <a:r>
              <a:rPr lang="en-US" sz="1500" spc="0" u="none">
                <a:solidFill>
                  <a:srgbClr val="3E3E3E">
                    <a:alpha val="100.00%"/>
                  </a:srgbClr>
                </a:solidFill>
                <a:latin typeface="Aptos"/>
              </a:rPr>
              <a:t><![CDATA[ASDF]]></a:t>
            </a:r>
          </a:p>
        </p:txBody>
      </p:sp>
      <p:sp>
        <p:nvSpPr>
          <p:cNvPr id="8" name=""/>
          <p:cNvSpPr txBox="1"/>
          <p:nvPr/>
        </p:nvSpPr>
        <p:spPr>
          <a:xfrm>
            <a:off x="542925" y="3714750"/>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Beneficiarios]]></a:t>
            </a:r>
          </a:p>
        </p:txBody>
      </p:sp>
      <p:sp>
        <p:nvSpPr>
          <p:cNvPr id="9" name=""/>
          <p:cNvSpPr txBox="1"/>
          <p:nvPr/>
        </p:nvSpPr>
        <p:spPr>
          <a:xfrm>
            <a:off x="542925" y="3876675"/>
            <a:ext cx="8067675" cy="285750"/>
          </a:xfrm>
          <a:prstGeom prst="rect">
            <a:avLst/>
          </a:prstGeom>
          <a:noFill/>
        </p:spPr>
        <p:txBody>
          <a:bodyPr rtlCol="0" bIns="45720" lIns="91440" rIns="91440" tIns="45720">
            <a:spAutoFit/>
          </a:bodyPr>
          <a:lstStyle/>
          <a:p>
            <a:pPr algn="l" fontAlgn="base" marL="0" marR="0" indent="0" lvl="0">
              <a:lnSpc>
                <a:spcPct val="100%"/>
              </a:lnSpc>
            </a:pPr>
            <a:r>
              <a:rPr lang="en-US" sz="1500" spc="0" u="none">
                <a:solidFill>
                  <a:srgbClr val="3E3E3E">
                    <a:alpha val="100.00%"/>
                  </a:srgbClr>
                </a:solidFill>
                <a:latin typeface="Aptos"/>
              </a:rPr>
              <a:t><![CDATA[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p:bgPr>
    </p:bg>
    <p:spTree>
      <p:nvGrpSpPr>
        <p:cNvPr id="1" name=""/>
        <p:cNvGrpSpPr/>
        <p:nvPr/>
      </p:nvGrpSpPr>
      <p:grpSpPr>
        <a:xfrm>
          <a:off x="542925" y="1152525"/>
          <a:ext cx="8610600" cy="1704975"/>
          <a:chOff x="542925" y="1152525"/>
          <a:chExt cx="8610600" cy="1704975"/>
        </a:xfrm>
      </p:grpSpPr>
      <p:sp>
        <p:nvSpPr>
          <p:cNvPr id="1" name=""/>
          <p:cNvSpPr txBox="1"/>
          <p:nvPr/>
        </p:nvSpPr>
        <p:spPr>
          <a:xfrm>
            <a:off x="542925" y="1152525"/>
            <a:ext cx="8067675" cy="200025"/>
          </a:xfrm>
          <a:prstGeom prst="rect">
            <a:avLst/>
          </a:prstGeom>
          <a:noFill/>
        </p:spPr>
        <p:txBody>
          <a:bodyPr rtlCol="0" bIns="45720" lIns="91440" rIns="91440" tIns="45720">
            <a:spAutoFit/>
          </a:bodyPr>
          <a:lstStyle/>
          <a:p>
            <a:pPr algn="l" fontAlgn="base" marL="0" marR="0" indent="0" lvl="0">
              <a:lnSpc>
                <a:spcPct val="100%"/>
              </a:lnSpc>
            </a:pPr>
            <a:r>
              <a:rPr lang="en-US" b="1" sz="1600" spc="0" u="none">
                <a:solidFill>
                  <a:srgbClr val="800000">
                    <a:alpha val="100.00%"/>
                  </a:srgbClr>
                </a:solidFill>
                <a:latin typeface="Aptos"/>
              </a:rPr>
              <a:t><![CDATA[Justificación e impacto]]></a:t>
            </a:r>
          </a:p>
        </p:txBody>
      </p:sp>
      <p:sp>
        <p:nvSpPr>
          <p:cNvPr id="2" name=""/>
          <p:cNvSpPr txBox="1"/>
          <p:nvPr/>
        </p:nvSpPr>
        <p:spPr>
          <a:xfrm>
            <a:off x="542925" y="1257300"/>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Justificación e impacto]]></a:t>
            </a:r>
          </a:p>
        </p:txBody>
      </p:sp>
      <p:sp>
        <p:nvSpPr>
          <p:cNvPr id="3" name=""/>
          <p:cNvSpPr txBox="1"/>
          <p:nvPr/>
        </p:nvSpPr>
        <p:spPr>
          <a:xfrm>
            <a:off x="542925" y="1419225"/>
            <a:ext cx="8067675" cy="285750"/>
          </a:xfrm>
          <a:prstGeom prst="rect">
            <a:avLst/>
          </a:prstGeom>
          <a:noFill/>
        </p:spPr>
        <p:txBody>
          <a:bodyPr rtlCol="0" bIns="45720" lIns="91440" rIns="91440" tIns="45720">
            <a:spAutoFit/>
          </a:bodyPr>
          <a:lstStyle/>
          <a:p>
            <a:pPr algn="l" fontAlgn="base" marL="0" marR="0" indent="0" lvl="0">
              <a:lnSpc>
                <a:spcPct val="100%"/>
              </a:lnSpc>
            </a:pPr>
            <a:r>
              <a:rPr lang="en-US" sz="1600" spc="0" u="none">
                <a:solidFill>
                  <a:srgbClr val="3E3E3E">
                    <a:alpha val="100.00%"/>
                  </a:srgbClr>
                </a:solidFill>
                <a:latin typeface="Aptos"/>
              </a:rPr>
              <a:t><![CDATA[Justfafvsdbb agvsfhbs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p:bgPr>
    </p:bg>
    <p:spTree>
      <p:nvGrpSpPr>
        <p:cNvPr id="1" name=""/>
        <p:cNvGrpSpPr/>
        <p:nvPr/>
      </p:nvGrpSpPr>
      <p:grpSpPr>
        <a:xfrm>
          <a:off x="542925" y="1152525"/>
          <a:ext cx="8610600" cy="5162550"/>
          <a:chOff x="542925" y="1152525"/>
          <a:chExt cx="8610600" cy="5162550"/>
        </a:xfrm>
      </p:grpSpPr>
      <p:sp>
        <p:nvSpPr>
          <p:cNvPr id="1" name=""/>
          <p:cNvSpPr txBox="1"/>
          <p:nvPr/>
        </p:nvSpPr>
        <p:spPr>
          <a:xfrm>
            <a:off x="542925" y="1152525"/>
            <a:ext cx="8067675" cy="200025"/>
          </a:xfrm>
          <a:prstGeom prst="rect">
            <a:avLst/>
          </a:prstGeom>
          <a:noFill/>
        </p:spPr>
        <p:txBody>
          <a:bodyPr rtlCol="0" bIns="45720" lIns="91440" rIns="91440" tIns="45720">
            <a:spAutoFit/>
          </a:bodyPr>
          <a:lstStyle/>
          <a:p>
            <a:pPr algn="l" fontAlgn="base" marL="0" marR="0" indent="0" lvl="0">
              <a:lnSpc>
                <a:spcPct val="100%"/>
              </a:lnSpc>
            </a:pPr>
            <a:r>
              <a:rPr lang="en-US" b="1" sz="1600" spc="0" u="none">
                <a:solidFill>
                  <a:srgbClr val="800000">
                    <a:alpha val="100.00%"/>
                  </a:srgbClr>
                </a:solidFill>
                <a:latin typeface="Aptos"/>
              </a:rPr>
              <a:t><![CDATA[Generales del evento]]></a:t>
            </a:r>
          </a:p>
        </p:txBody>
      </p:sp>
      <p:sp>
        <p:nvSpPr>
          <p:cNvPr id="2" name=""/>
          <p:cNvSpPr txBox="1"/>
          <p:nvPr/>
        </p:nvSpPr>
        <p:spPr>
          <a:xfrm>
            <a:off x="542925" y="1257300"/>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Fecha]]></a:t>
            </a:r>
          </a:p>
        </p:txBody>
      </p:sp>
      <p:sp>
        <p:nvSpPr>
          <p:cNvPr id="3" name=""/>
          <p:cNvSpPr txBox="1"/>
          <p:nvPr/>
        </p:nvSpPr>
        <p:spPr>
          <a:xfrm>
            <a:off x="542925" y="1419225"/>
            <a:ext cx="8067675" cy="285750"/>
          </a:xfrm>
          <a:prstGeom prst="rect">
            <a:avLst/>
          </a:prstGeom>
          <a:noFill/>
        </p:spPr>
        <p:txBody>
          <a:bodyPr rtlCol="0" bIns="45720" lIns="91440" rIns="91440" tIns="45720">
            <a:spAutoFit/>
          </a:bodyPr>
          <a:lstStyle/>
          <a:p>
            <a:pPr algn="l" fontAlgn="base" marL="0" marR="0" indent="0" lvl="0">
              <a:lnSpc>
                <a:spcPct val="100%"/>
              </a:lnSpc>
            </a:pPr>
            <a:r>
              <a:rPr lang="en-US" sz="1400" spc="0" u="none">
                <a:solidFill>
                  <a:srgbClr val="3E3E3E">
                    <a:alpha val="100.00%"/>
                  </a:srgbClr>
                </a:solidFill>
                <a:latin typeface="Aptos"/>
              </a:rPr>
              <a:t><![CDATA[2026-08-09]]></a:t>
            </a:r>
          </a:p>
        </p:txBody>
      </p:sp>
      <p:sp>
        <p:nvSpPr>
          <p:cNvPr id="4" name=""/>
          <p:cNvSpPr txBox="1"/>
          <p:nvPr/>
        </p:nvSpPr>
        <p:spPr>
          <a:xfrm>
            <a:off x="542925" y="1838325"/>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Horario]]></a:t>
            </a:r>
          </a:p>
        </p:txBody>
      </p:sp>
      <p:sp>
        <p:nvSpPr>
          <p:cNvPr id="5" name=""/>
          <p:cNvSpPr txBox="1"/>
          <p:nvPr/>
        </p:nvSpPr>
        <p:spPr>
          <a:xfrm>
            <a:off x="542925" y="2000250"/>
            <a:ext cx="8067675" cy="285750"/>
          </a:xfrm>
          <a:prstGeom prst="rect">
            <a:avLst/>
          </a:prstGeom>
          <a:noFill/>
        </p:spPr>
        <p:txBody>
          <a:bodyPr rtlCol="0" bIns="45720" lIns="91440" rIns="91440" tIns="45720">
            <a:spAutoFit/>
          </a:bodyPr>
          <a:lstStyle/>
          <a:p>
            <a:pPr algn="l" fontAlgn="base" marL="0" marR="0" indent="0" lvl="0">
              <a:lnSpc>
                <a:spcPct val="100%"/>
              </a:lnSpc>
            </a:pPr>
            <a:r>
              <a:rPr lang="en-US" sz="1400" spc="0" u="none">
                <a:solidFill>
                  <a:srgbClr val="3E3E3E">
                    <a:alpha val="100.00%"/>
                  </a:srgbClr>
                </a:solidFill>
                <a:latin typeface="Aptos"/>
              </a:rPr>
              <a:t><![CDATA[09:00:00 - 18:00:00]]></a:t>
            </a:r>
          </a:p>
        </p:txBody>
      </p:sp>
      <p:sp>
        <p:nvSpPr>
          <p:cNvPr id="6" name=""/>
          <p:cNvSpPr txBox="1"/>
          <p:nvPr/>
        </p:nvSpPr>
        <p:spPr>
          <a:xfrm>
            <a:off x="542925" y="2409825"/>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Lugar]]></a:t>
            </a:r>
          </a:p>
        </p:txBody>
      </p:sp>
      <p:sp>
        <p:nvSpPr>
          <p:cNvPr id="7" name=""/>
          <p:cNvSpPr txBox="1"/>
          <p:nvPr/>
        </p:nvSpPr>
        <p:spPr>
          <a:xfrm>
            <a:off x="542925" y="2571750"/>
            <a:ext cx="8067675" cy="285750"/>
          </a:xfrm>
          <a:prstGeom prst="rect">
            <a:avLst/>
          </a:prstGeom>
          <a:noFill/>
        </p:spPr>
        <p:txBody>
          <a:bodyPr rtlCol="0" bIns="45720" lIns="91440" rIns="91440" tIns="45720">
            <a:spAutoFit/>
          </a:bodyPr>
          <a:lstStyle/>
          <a:p>
            <a:pPr algn="l" fontAlgn="base" marL="0" marR="0" indent="0" lvl="0">
              <a:lnSpc>
                <a:spcPct val="100%"/>
              </a:lnSpc>
            </a:pPr>
            <a:r>
              <a:rPr lang="en-US" sz="1400" spc="0" u="none">
                <a:solidFill>
                  <a:srgbClr val="3E3E3E">
                    <a:alpha val="100.00%"/>
                  </a:srgbClr>
                </a:solidFill>
                <a:latin typeface="Aptos"/>
              </a:rPr>
              <a:t><![CDATA[Sin nombre Sn Int. Sn CP 50100]]></a:t>
            </a:r>
          </a:p>
        </p:txBody>
      </p:sp>
      <p:sp>
        <p:nvSpPr>
          <p:cNvPr id="8" name=""/>
          <p:cNvSpPr txBox="1"/>
          <p:nvPr/>
        </p:nvSpPr>
        <p:spPr>
          <a:xfrm>
            <a:off x="542925" y="2990850"/>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Vestimenta]]></a:t>
            </a:r>
          </a:p>
        </p:txBody>
      </p:sp>
      <p:sp>
        <p:nvSpPr>
          <p:cNvPr id="9" name=""/>
          <p:cNvSpPr txBox="1"/>
          <p:nvPr/>
        </p:nvSpPr>
        <p:spPr>
          <a:xfrm>
            <a:off x="542925" y="3152775"/>
            <a:ext cx="8067675" cy="285750"/>
          </a:xfrm>
          <a:prstGeom prst="rect">
            <a:avLst/>
          </a:prstGeom>
          <a:noFill/>
        </p:spPr>
        <p:txBody>
          <a:bodyPr rtlCol="0" bIns="45720" lIns="91440" rIns="91440" tIns="45720">
            <a:spAutoFit/>
          </a:bodyPr>
          <a:lstStyle/>
          <a:p>
            <a:pPr algn="l" fontAlgn="base" marL="0" marR="0" indent="0" lvl="0">
              <a:lnSpc>
                <a:spcPct val="100%"/>
              </a:lnSpc>
            </a:pPr>
            <a:r>
              <a:rPr lang="en-US" sz="1400" spc="0" u="none">
                <a:solidFill>
                  <a:srgbClr val="3E3E3E">
                    <a:alpha val="100.00%"/>
                  </a:srgbClr>
                </a:solidFill>
                <a:latin typeface="Aptos"/>
              </a:rPr>
              <a:t><![CDATA[Formal]]></a:t>
            </a:r>
          </a:p>
        </p:txBody>
      </p:sp>
      <p:sp>
        <p:nvSpPr>
          <p:cNvPr id="10" name=""/>
          <p:cNvSpPr txBox="1"/>
          <p:nvPr/>
        </p:nvSpPr>
        <p:spPr>
          <a:xfrm>
            <a:off x="542925" y="3562350"/>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Coordinación]]></a:t>
            </a:r>
          </a:p>
        </p:txBody>
      </p:sp>
      <p:sp>
        <p:nvSpPr>
          <p:cNvPr id="11" name=""/>
          <p:cNvSpPr txBox="1"/>
          <p:nvPr/>
        </p:nvSpPr>
        <p:spPr>
          <a:xfrm>
            <a:off x="542925" y="3724275"/>
            <a:ext cx="8067675" cy="285750"/>
          </a:xfrm>
          <a:prstGeom prst="rect">
            <a:avLst/>
          </a:prstGeom>
          <a:noFill/>
        </p:spPr>
        <p:txBody>
          <a:bodyPr rtlCol="0" bIns="45720" lIns="91440" rIns="91440" tIns="45720">
            <a:spAutoFit/>
          </a:bodyPr>
          <a:lstStyle/>
          <a:p>
            <a:pPr algn="l" fontAlgn="base" marL="0" marR="0" indent="0" lvl="0">
              <a:lnSpc>
                <a:spcPct val="100%"/>
              </a:lnSpc>
            </a:pPr>
            <a:r>
              <a:rPr lang="en-US" sz="1400" spc="0" u="none">
                <a:solidFill>
                  <a:srgbClr val="3E3E3E">
                    <a:alpha val="100.00%"/>
                  </a:srgbClr>
                </a:solidFill>
                <a:latin typeface="Aptos"/>
              </a:rPr>
              <a:t><![CDATA[coord prueba]]></a:t>
            </a:r>
          </a:p>
        </p:txBody>
      </p:sp>
      <p:sp>
        <p:nvSpPr>
          <p:cNvPr id="12" name=""/>
          <p:cNvSpPr txBox="1"/>
          <p:nvPr/>
        </p:nvSpPr>
        <p:spPr>
          <a:xfrm>
            <a:off x="542925" y="4143375"/>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Responsable]]></a:t>
            </a:r>
          </a:p>
        </p:txBody>
      </p:sp>
      <p:sp>
        <p:nvSpPr>
          <p:cNvPr id="13" name=""/>
          <p:cNvSpPr txBox="1"/>
          <p:nvPr/>
        </p:nvSpPr>
        <p:spPr>
          <a:xfrm>
            <a:off x="542925" y="4305300"/>
            <a:ext cx="8067675" cy="285750"/>
          </a:xfrm>
          <a:prstGeom prst="rect">
            <a:avLst/>
          </a:prstGeom>
          <a:noFill/>
        </p:spPr>
        <p:txBody>
          <a:bodyPr rtlCol="0" bIns="45720" lIns="91440" rIns="91440" tIns="45720">
            <a:spAutoFit/>
          </a:bodyPr>
          <a:lstStyle/>
          <a:p>
            <a:pPr algn="l" fontAlgn="base" marL="0" marR="0" indent="0" lvl="0">
              <a:lnSpc>
                <a:spcPct val="100%"/>
              </a:lnSpc>
            </a:pPr>
            <a:r>
              <a:rPr lang="en-US" sz="1400" spc="0" u="none">
                <a:solidFill>
                  <a:srgbClr val="3E3E3E">
                    <a:alpha val="100.00%"/>
                  </a:srgbClr>
                </a:solidFill>
                <a:latin typeface="Aptos"/>
              </a:rPr>
              <a:t><![CDATA[Administrador Sistema]]></a:t>
            </a:r>
          </a:p>
        </p:txBody>
      </p:sp>
      <p:sp>
        <p:nvSpPr>
          <p:cNvPr id="14" name=""/>
          <p:cNvSpPr txBox="1"/>
          <p:nvPr/>
        </p:nvSpPr>
        <p:spPr>
          <a:xfrm>
            <a:off x="542925" y="4714875"/>
            <a:ext cx="8067675" cy="123825"/>
          </a:xfrm>
          <a:prstGeom prst="rect">
            <a:avLst/>
          </a:prstGeom>
          <a:noFill/>
        </p:spPr>
        <p:txBody>
          <a:bodyPr rtlCol="0" bIns="45720" lIns="91440" rIns="91440" tIns="45720">
            <a:spAutoFit/>
          </a:bodyPr>
          <a:lstStyle/>
          <a:p>
            <a:pPr algn="l" fontAlgn="base" marL="0" marR="0" indent="0" lvl="0">
              <a:lnSpc>
                <a:spcPct val="100%"/>
              </a:lnSpc>
            </a:pPr>
            <a:r>
              <a:rPr lang="en-US" b="1" sz="1000" spc="0" u="none">
                <a:solidFill>
                  <a:srgbClr val="800000">
                    <a:alpha val="100.00%"/>
                  </a:srgbClr>
                </a:solidFill>
                <a:latin typeface="Aptos"/>
              </a:rPr>
              <a:t><![CDATA[Duración]]></a:t>
            </a:r>
          </a:p>
        </p:txBody>
      </p:sp>
      <p:sp>
        <p:nvSpPr>
          <p:cNvPr id="15" name=""/>
          <p:cNvSpPr txBox="1"/>
          <p:nvPr/>
        </p:nvSpPr>
        <p:spPr>
          <a:xfrm>
            <a:off x="542925" y="4876800"/>
            <a:ext cx="8067675" cy="285750"/>
          </a:xfrm>
          <a:prstGeom prst="rect">
            <a:avLst/>
          </a:prstGeom>
          <a:noFill/>
        </p:spPr>
        <p:txBody>
          <a:bodyPr rtlCol="0" bIns="45720" lIns="91440" rIns="91440" tIns="45720">
            <a:spAutoFit/>
          </a:bodyPr>
          <a:lstStyle/>
          <a:p>
            <a:pPr algn="l" fontAlgn="base" marL="0" marR="0" indent="0" lvl="0">
              <a:lnSpc>
                <a:spcPct val="100%"/>
              </a:lnSpc>
            </a:pPr>
            <a:r>
              <a:rPr lang="en-US" sz="1400" spc="0" u="none">
                <a:solidFill>
                  <a:srgbClr val="3E3E3E">
                    <a:alpha val="100.00%"/>
                  </a:srgbClr>
                </a:solidFill>
                <a:latin typeface="Aptos"/>
              </a:rPr>
              <a:t><![CDATA[9 h 0 m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p:bgPr>
    </p:bg>
    <p:spTree>
      <p:nvGrpSpPr>
        <p:cNvPr id="1" name=""/>
        <p:cNvGrpSpPr/>
        <p:nvPr/>
      </p:nvGrpSpPr>
      <p:grpSpPr>
        <a:xfrm>
          <a:off x="542925" y="1152525"/>
          <a:ext cx="8610600" cy="5762625"/>
          <a:chOff x="542925" y="1152525"/>
          <a:chExt cx="8610600" cy="5762625"/>
        </a:xfrm>
      </p:grpSpPr>
      <p:sp>
        <p:nvSpPr>
          <p:cNvPr id="1" name=""/>
          <p:cNvSpPr txBox="1"/>
          <p:nvPr/>
        </p:nvSpPr>
        <p:spPr>
          <a:xfrm>
            <a:off x="542925" y="1152525"/>
            <a:ext cx="8067675" cy="200025"/>
          </a:xfrm>
          <a:prstGeom prst="rect">
            <a:avLst/>
          </a:prstGeom>
          <a:noFill/>
        </p:spPr>
        <p:txBody>
          <a:bodyPr rtlCol="0" bIns="45720" lIns="91440" rIns="91440" tIns="45720">
            <a:spAutoFit/>
          </a:bodyPr>
          <a:lstStyle/>
          <a:p>
            <a:pPr algn="l" fontAlgn="base" marL="0" marR="0" indent="0" lvl="0">
              <a:lnSpc>
                <a:spcPct val="100%"/>
              </a:lnSpc>
            </a:pPr>
            <a:r>
              <a:rPr lang="en-US" b="1" sz="1600" spc="0" u="none">
                <a:solidFill>
                  <a:srgbClr val="800000">
                    <a:alpha val="100.00%"/>
                  </a:srgbClr>
                </a:solidFill>
                <a:latin typeface="Aptos"/>
              </a:rPr>
              <a:t><![CDATA[Ubicación del evento]]></a:t>
            </a:r>
          </a:p>
        </p:txBody>
      </p:sp>
      <p:sp>
        <p:nvSpPr>
          <p:cNvPr id="2" name=""/>
          <p:cNvSpPr txBox="1"/>
          <p:nvPr/>
        </p:nvSpPr>
        <p:spPr>
          <a:xfrm>
            <a:off x="542925" y="1257300"/>
            <a:ext cx="8067675" cy="257175"/>
          </a:xfrm>
          <a:prstGeom prst="rect">
            <a:avLst/>
          </a:prstGeom>
          <a:noFill/>
        </p:spPr>
        <p:txBody>
          <a:bodyPr rtlCol="0" bIns="45720" lIns="91440" rIns="91440" tIns="45720">
            <a:spAutoFit/>
          </a:bodyPr>
          <a:lstStyle/>
          <a:p>
            <a:pPr algn="l" fontAlgn="base" marL="0" marR="0" indent="0" lvl="0">
              <a:lnSpc>
                <a:spcPct val="100%"/>
              </a:lnSpc>
            </a:pPr>
            <a:r>
              <a:rPr lang="en-US" sz="1400" spc="0" u="none">
                <a:solidFill>
                  <a:srgbClr val="3E3E3E">
                    <a:alpha val="100.00%"/>
                  </a:srgbClr>
                </a:solidFill>
                <a:latin typeface="Aptos"/>
              </a:rPr>
              <a:t><![CDATA[Dirección: Sin nombre Sn Int. Sn CP 50100]]></a:t>
            </a:r>
          </a:p>
        </p:txBody>
      </p:sp>
      <p:sp>
        <p:nvSpPr>
          <p:cNvPr id="3" name=""/>
          <p:cNvSpPr txBox="1"/>
          <p:nvPr/>
        </p:nvSpPr>
        <p:spPr>
          <a:xfrm>
            <a:off x="542925" y="1552575"/>
            <a:ext cx="8067675" cy="200025"/>
          </a:xfrm>
          <a:prstGeom prst="rect">
            <a:avLst/>
          </a:prstGeom>
          <a:noFill/>
        </p:spPr>
        <p:txBody>
          <a:bodyPr rtlCol="0" bIns="45720" lIns="91440" rIns="91440" tIns="45720">
            <a:spAutoFit/>
          </a:bodyPr>
          <a:lstStyle/>
          <a:p>
            <a:pPr algn="l" fontAlgn="base" marL="0" marR="0" indent="0" lvl="0">
              <a:lnSpc>
                <a:spcPct val="100%"/>
              </a:lnSpc>
            </a:pPr>
            <a:r>
              <a:rPr lang="en-US" sz="1100" spc="0" u="none">
                <a:solidFill>
                  <a:srgbClr val="555555">
                    <a:alpha val="100.00%"/>
                  </a:srgbClr>
                </a:solidFill>
                <a:latin typeface="Aptos"/>
              </a:rPr>
              <a:t><![CDATA[Mapa: https://maps.app.goo.gl/AHaCLWAP6hxhuECS9]]></a:t>
            </a:r>
          </a:p>
        </p:txBody>
      </p:sp>
      <p:sp>
        <p:nvSpPr>
          <p:cNvPr id="4" name=""/>
          <p:cNvSpPr txBox="1"/>
          <p:nvPr/>
        </p:nvSpPr>
        <p:spPr>
          <a:xfrm>
            <a:off x="647700" y="1876425"/>
            <a:ext cx="3600450" cy="3886200"/>
          </a:xfrm>
          <a:prstGeom prst="rect">
            <a:avLst/>
          </a:prstGeom>
          <a:noFill/>
        </p:spPr>
        <p:txBody>
          <a:bodyPr rtlCol="0" bIns="45720" lIns="91440" rIns="91440" tIns="45720">
            <a:spAutoFit/>
          </a:bodyPr>
          <a:lstStyle/>
          <a:p>
            <a:pPr algn="ctr" fontAlgn="base" marL="0" marR="0" indent="0" lvl="0">
              <a:lnSpc>
                <a:spcPct val="100%"/>
              </a:lnSpc>
            </a:pPr>
            <a:r>
              <a:rPr lang="en-US" sz="1400" spc="0" u="none">
                <a:solidFill>
                  <a:srgbClr val="666666">
                    <a:alpha val="100.00%"/>
                  </a:srgbClr>
                </a:solidFill>
                <a:latin typeface="Aptos"/>
              </a:rPr>
              <a:t><![CDATA[Foto del lugar no disponible.]]></a:t>
            </a:r>
          </a:p>
        </p:txBody>
      </p:sp>
      <p:pic>
        <p:nvPicPr>
          <p:cNvPr id="5" name="" descr=""/>
          <p:cNvPicPr>
            <a:picLocks noChangeAspect="1"/>
          </p:cNvPicPr>
          <p:nvPr/>
        </p:nvPicPr>
        <p:blipFill>
          <a:blip r:embed="rId2"/>
          <a:stretch>
            <a:fillRect/>
          </a:stretch>
        </p:blipFill>
        <p:spPr>
          <a:xfrm>
            <a:off x="4895850" y="2847975"/>
            <a:ext cx="3562350" cy="19335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p:bgPr>
    </p:bg>
    <p:spTree>
      <p:nvGrpSpPr>
        <p:cNvPr id="1" name=""/>
        <p:cNvGrpSpPr/>
        <p:nvPr/>
      </p:nvGrpSpPr>
      <p:grpSpPr>
        <a:xfrm>
          <a:off x="542925" y="1152525"/>
          <a:ext cx="8610600" cy="2085975"/>
          <a:chOff x="542925" y="1152525"/>
          <a:chExt cx="8610600" cy="2085975"/>
        </a:xfrm>
      </p:grpSpPr>
      <p:sp>
        <p:nvSpPr>
          <p:cNvPr id="1" name=""/>
          <p:cNvSpPr txBox="1"/>
          <p:nvPr/>
        </p:nvSpPr>
        <p:spPr>
          <a:xfrm>
            <a:off x="542925" y="1152525"/>
            <a:ext cx="8067675" cy="200025"/>
          </a:xfrm>
          <a:prstGeom prst="rect">
            <a:avLst/>
          </a:prstGeom>
          <a:noFill/>
        </p:spPr>
        <p:txBody>
          <a:bodyPr rtlCol="0" bIns="45720" lIns="91440" rIns="91440" tIns="45720">
            <a:spAutoFit/>
          </a:bodyPr>
          <a:lstStyle/>
          <a:p>
            <a:pPr algn="l" fontAlgn="base" marL="0" marR="0" indent="0" lvl="0">
              <a:lnSpc>
                <a:spcPct val="100%"/>
              </a:lnSpc>
            </a:pPr>
            <a:r>
              <a:rPr lang="en-US" b="1" sz="1600" spc="0" u="none">
                <a:solidFill>
                  <a:srgbClr val="800000">
                    <a:alpha val="100.00%"/>
                  </a:srgbClr>
                </a:solidFill>
                <a:latin typeface="Aptos"/>
              </a:rPr>
              <a:t><![CDATA[Orden del día]]></a:t>
            </a:r>
          </a:p>
        </p:txBody>
      </p:sp>
      <p:sp>
        <p:nvSpPr>
          <p:cNvPr id="2" name=""/>
          <p:cNvSpPr txBox="1"/>
          <p:nvPr/>
        </p:nvSpPr>
        <p:spPr>
          <a:xfrm>
            <a:off x="733425" y="1285875"/>
            <a:ext cx="1485900"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Hora]]></a:t>
            </a:r>
          </a:p>
        </p:txBody>
      </p:sp>
      <p:sp>
        <p:nvSpPr>
          <p:cNvPr id="3" name=""/>
          <p:cNvSpPr txBox="1"/>
          <p:nvPr/>
        </p:nvSpPr>
        <p:spPr>
          <a:xfrm>
            <a:off x="2276475" y="1285875"/>
            <a:ext cx="2657475"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Actividad]]></a:t>
            </a:r>
          </a:p>
        </p:txBody>
      </p:sp>
      <p:sp>
        <p:nvSpPr>
          <p:cNvPr id="4" name=""/>
          <p:cNvSpPr txBox="1"/>
          <p:nvPr/>
        </p:nvSpPr>
        <p:spPr>
          <a:xfrm>
            <a:off x="4991100" y="1285875"/>
            <a:ext cx="2266950"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Responsable]]></a:t>
            </a:r>
          </a:p>
        </p:txBody>
      </p:sp>
      <p:sp>
        <p:nvSpPr>
          <p:cNvPr id="5" name=""/>
          <p:cNvSpPr txBox="1"/>
          <p:nvPr/>
        </p:nvSpPr>
        <p:spPr>
          <a:xfrm>
            <a:off x="7315200" y="1285875"/>
            <a:ext cx="1104900"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Duración]]></a:t>
            </a:r>
          </a:p>
        </p:txBody>
      </p:sp>
      <p:sp>
        <p:nvSpPr>
          <p:cNvPr id="6" name=""/>
          <p:cNvSpPr txBox="1"/>
          <p:nvPr/>
        </p:nvSpPr>
        <p:spPr>
          <a:xfrm>
            <a:off x="733425" y="1504950"/>
            <a:ext cx="148590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09:00 - 14:00]]></a:t>
            </a:r>
          </a:p>
        </p:txBody>
      </p:sp>
      <p:sp>
        <p:nvSpPr>
          <p:cNvPr id="7" name=""/>
          <p:cNvSpPr txBox="1"/>
          <p:nvPr/>
        </p:nvSpPr>
        <p:spPr>
          <a:xfrm>
            <a:off x="2276475" y="1504950"/>
            <a:ext cx="2657475"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Inicio]]></a:t>
            </a:r>
          </a:p>
        </p:txBody>
      </p:sp>
      <p:sp>
        <p:nvSpPr>
          <p:cNvPr id="8" name=""/>
          <p:cNvSpPr txBox="1"/>
          <p:nvPr/>
        </p:nvSpPr>
        <p:spPr>
          <a:xfrm>
            <a:off x="4991100" y="1504950"/>
            <a:ext cx="226695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Jazmin]]></a:t>
            </a:r>
          </a:p>
        </p:txBody>
      </p:sp>
      <p:sp>
        <p:nvSpPr>
          <p:cNvPr id="9" name=""/>
          <p:cNvSpPr txBox="1"/>
          <p:nvPr/>
        </p:nvSpPr>
        <p:spPr>
          <a:xfrm>
            <a:off x="7315200" y="1504950"/>
            <a:ext cx="110490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300 min]]></a:t>
            </a:r>
          </a:p>
        </p:txBody>
      </p:sp>
      <p:sp>
        <p:nvSpPr>
          <p:cNvPr id="10" name=""/>
          <p:cNvSpPr txBox="1"/>
          <p:nvPr/>
        </p:nvSpPr>
        <p:spPr>
          <a:xfrm>
            <a:off x="733425" y="1714500"/>
            <a:ext cx="148590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14:00 - 16:30]]></a:t>
            </a:r>
          </a:p>
        </p:txBody>
      </p:sp>
      <p:sp>
        <p:nvSpPr>
          <p:cNvPr id="11" name=""/>
          <p:cNvSpPr txBox="1"/>
          <p:nvPr/>
        </p:nvSpPr>
        <p:spPr>
          <a:xfrm>
            <a:off x="2276475" y="1714500"/>
            <a:ext cx="2657475"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Otro]]></a:t>
            </a:r>
          </a:p>
        </p:txBody>
      </p:sp>
      <p:sp>
        <p:nvSpPr>
          <p:cNvPr id="12" name=""/>
          <p:cNvSpPr txBox="1"/>
          <p:nvPr/>
        </p:nvSpPr>
        <p:spPr>
          <a:xfrm>
            <a:off x="4991100" y="1714500"/>
            <a:ext cx="226695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Jesus]]></a:t>
            </a:r>
          </a:p>
        </p:txBody>
      </p:sp>
      <p:sp>
        <p:nvSpPr>
          <p:cNvPr id="13" name=""/>
          <p:cNvSpPr txBox="1"/>
          <p:nvPr/>
        </p:nvSpPr>
        <p:spPr>
          <a:xfrm>
            <a:off x="7315200" y="1714500"/>
            <a:ext cx="110490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150 min]]></a:t>
            </a:r>
          </a:p>
        </p:txBody>
      </p:sp>
      <p:sp>
        <p:nvSpPr>
          <p:cNvPr id="14" name=""/>
          <p:cNvSpPr txBox="1"/>
          <p:nvPr/>
        </p:nvSpPr>
        <p:spPr>
          <a:xfrm>
            <a:off x="733425" y="1924050"/>
            <a:ext cx="148590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16:30 - 18:00]]></a:t>
            </a:r>
          </a:p>
        </p:txBody>
      </p:sp>
      <p:sp>
        <p:nvSpPr>
          <p:cNvPr id="15" name=""/>
          <p:cNvSpPr txBox="1"/>
          <p:nvPr/>
        </p:nvSpPr>
        <p:spPr>
          <a:xfrm>
            <a:off x="2276475" y="1924050"/>
            <a:ext cx="2657475"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Fin]]></a:t>
            </a:r>
          </a:p>
        </p:txBody>
      </p:sp>
      <p:sp>
        <p:nvSpPr>
          <p:cNvPr id="16" name=""/>
          <p:cNvSpPr txBox="1"/>
          <p:nvPr/>
        </p:nvSpPr>
        <p:spPr>
          <a:xfrm>
            <a:off x="4991100" y="1924050"/>
            <a:ext cx="226695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
            </a:r>
          </a:p>
        </p:txBody>
      </p:sp>
      <p:sp>
        <p:nvSpPr>
          <p:cNvPr id="17" name=""/>
          <p:cNvSpPr txBox="1"/>
          <p:nvPr/>
        </p:nvSpPr>
        <p:spPr>
          <a:xfrm>
            <a:off x="7315200" y="1924050"/>
            <a:ext cx="110490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90 m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p:bgPr>
    </p:bg>
    <p:spTree>
      <p:nvGrpSpPr>
        <p:cNvPr id="1" name=""/>
        <p:cNvGrpSpPr/>
        <p:nvPr/>
      </p:nvGrpSpPr>
      <p:grpSpPr>
        <a:xfrm>
          <a:off x="542925" y="1152525"/>
          <a:ext cx="8610600" cy="5667375"/>
          <a:chOff x="542925" y="1152525"/>
          <a:chExt cx="8610600" cy="5667375"/>
        </a:xfrm>
      </p:grpSpPr>
      <p:sp>
        <p:nvSpPr>
          <p:cNvPr id="1" name=""/>
          <p:cNvSpPr txBox="1"/>
          <p:nvPr/>
        </p:nvSpPr>
        <p:spPr>
          <a:xfrm>
            <a:off x="542925" y="1152525"/>
            <a:ext cx="8067675" cy="200025"/>
          </a:xfrm>
          <a:prstGeom prst="rect">
            <a:avLst/>
          </a:prstGeom>
          <a:noFill/>
        </p:spPr>
        <p:txBody>
          <a:bodyPr rtlCol="0" bIns="45720" lIns="91440" rIns="91440" tIns="45720">
            <a:spAutoFit/>
          </a:bodyPr>
          <a:lstStyle/>
          <a:p>
            <a:pPr algn="l" fontAlgn="base" marL="0" marR="0" indent="0" lvl="0">
              <a:lnSpc>
                <a:spcPct val="100%"/>
              </a:lnSpc>
            </a:pPr>
            <a:r>
              <a:rPr lang="en-US" b="1" sz="1600" spc="0" u="none">
                <a:solidFill>
                  <a:srgbClr val="800000">
                    <a:alpha val="100.00%"/>
                  </a:srgbClr>
                </a:solidFill>
                <a:latin typeface="Aptos"/>
              </a:rPr>
              <a:t><![CDATA[Presidium]]></a:t>
            </a:r>
          </a:p>
        </p:txBody>
      </p:sp>
      <p:sp>
        <p:nvSpPr>
          <p:cNvPr id="2" name=""/>
          <p:cNvSpPr txBox="1"/>
          <p:nvPr/>
        </p:nvSpPr>
        <p:spPr>
          <a:xfrm>
            <a:off x="647700" y="1257300"/>
            <a:ext cx="3600450" cy="3886200"/>
          </a:xfrm>
          <a:prstGeom prst="rect">
            <a:avLst/>
          </a:prstGeom>
          <a:noFill/>
        </p:spPr>
        <p:txBody>
          <a:bodyPr rtlCol="0" bIns="45720" lIns="91440" rIns="91440" tIns="45720">
            <a:spAutoFit/>
          </a:bodyPr>
          <a:lstStyle/>
          <a:p>
            <a:pPr algn="ctr" fontAlgn="base" marL="0" marR="0" indent="0" lvl="0">
              <a:lnSpc>
                <a:spcPct val="100%"/>
              </a:lnSpc>
            </a:pPr>
            <a:r>
              <a:rPr lang="en-US" sz="1400" spc="0" u="none">
                <a:solidFill>
                  <a:srgbClr val="666666">
                    <a:alpha val="100.00%"/>
                  </a:srgbClr>
                </a:solidFill>
                <a:latin typeface="Aptos"/>
              </a:rPr>
              <a:t><![CDATA[Ilustración del acomodo de presidium no
disponible.]]></a:t>
            </a:r>
          </a:p>
        </p:txBody>
      </p:sp>
      <p:sp>
        <p:nvSpPr>
          <p:cNvPr id="3" name=""/>
          <p:cNvSpPr txBox="1"/>
          <p:nvPr/>
        </p:nvSpPr>
        <p:spPr>
          <a:xfrm>
            <a:off x="4391025" y="1276350"/>
            <a:ext cx="1762125" cy="238125"/>
          </a:xfrm>
          <a:prstGeom prst="rect">
            <a:avLst/>
          </a:prstGeom>
          <a:noFill/>
        </p:spPr>
        <p:txBody>
          <a:bodyPr rtlCol="0" bIns="45720" lIns="91440" rIns="91440" tIns="45720">
            <a:spAutoFit/>
          </a:bodyPr>
          <a:lstStyle/>
          <a:p>
            <a:pPr algn="ctr" fontAlgn="base" marL="0" marR="0" indent="0" lvl="0">
              <a:lnSpc>
                <a:spcPct val="100%"/>
              </a:lnSpc>
            </a:pPr>
            <a:r>
              <a:rPr lang="en-US" b="1" sz="1000" spc="0" u="none">
                <a:solidFill>
                  <a:srgbClr val="800000">
                    <a:alpha val="100.00%"/>
                  </a:srgbClr>
                </a:solidFill>
                <a:latin typeface="Aptos"/>
              </a:rPr>
              <a:t><![CDATA[*. Lcdo. Ricardo Moreno Bastida]]></a:t>
            </a:r>
          </a:p>
        </p:txBody>
      </p:sp>
      <p:sp>
        <p:nvSpPr>
          <p:cNvPr id="4" name=""/>
          <p:cNvSpPr txBox="1"/>
          <p:nvPr/>
        </p:nvSpPr>
        <p:spPr>
          <a:xfrm>
            <a:off x="4391025" y="1533525"/>
            <a:ext cx="1762125" cy="333375"/>
          </a:xfrm>
          <a:prstGeom prst="rect">
            <a:avLst/>
          </a:prstGeom>
          <a:noFill/>
        </p:spPr>
        <p:txBody>
          <a:bodyPr rtlCol="0" bIns="45720" lIns="91440" rIns="91440" tIns="45720">
            <a:spAutoFit/>
          </a:bodyPr>
          <a:lstStyle/>
          <a:p>
            <a:pPr algn="ctr" fontAlgn="base" marL="0" marR="0" indent="0" lvl="0">
              <a:lnSpc>
                <a:spcPct val="100%"/>
              </a:lnSpc>
            </a:pPr>
            <a:r>
              <a:rPr lang="en-US" sz="1000" spc="0" u="none">
                <a:solidFill>
                  <a:srgbClr val="3E3E3E">
                    <a:alpha val="100.00%"/>
                  </a:srgbClr>
                </a:solidFill>
                <a:latin typeface="Aptos"/>
              </a:rPr>
              <a:t><![CDATA[Presidente Municipal
Constitucional de Toluca]]></a:t>
            </a:r>
          </a:p>
        </p:txBody>
      </p:sp>
      <p:sp>
        <p:nvSpPr>
          <p:cNvPr id="5" name=""/>
          <p:cNvSpPr txBox="1"/>
          <p:nvPr/>
        </p:nvSpPr>
        <p:spPr>
          <a:xfrm>
            <a:off x="6657975" y="1276350"/>
            <a:ext cx="1762125" cy="238125"/>
          </a:xfrm>
          <a:prstGeom prst="rect">
            <a:avLst/>
          </a:prstGeom>
          <a:noFill/>
        </p:spPr>
        <p:txBody>
          <a:bodyPr rtlCol="0" bIns="45720" lIns="91440" rIns="91440" tIns="45720">
            <a:spAutoFit/>
          </a:bodyPr>
          <a:lstStyle/>
          <a:p>
            <a:pPr algn="ctr" fontAlgn="base" marL="0" marR="0" indent="0" lvl="0">
              <a:lnSpc>
                <a:spcPct val="100%"/>
              </a:lnSpc>
            </a:pPr>
            <a:r>
              <a:rPr lang="en-US" b="1" sz="1200" spc="0" u="none">
                <a:solidFill>
                  <a:srgbClr val="800000">
                    <a:alpha val="100.00%"/>
                  </a:srgbClr>
                </a:solidFill>
                <a:latin typeface="Aptos"/>
              </a:rPr>
              <a:t><![CDATA[1. Nancy]]></a:t>
            </a:r>
          </a:p>
        </p:txBody>
      </p:sp>
      <p:sp>
        <p:nvSpPr>
          <p:cNvPr id="6" name=""/>
          <p:cNvSpPr txBox="1"/>
          <p:nvPr/>
        </p:nvSpPr>
        <p:spPr>
          <a:xfrm>
            <a:off x="6657975" y="1533525"/>
            <a:ext cx="1762125" cy="333375"/>
          </a:xfrm>
          <a:prstGeom prst="rect">
            <a:avLst/>
          </a:prstGeom>
          <a:noFill/>
        </p:spPr>
        <p:txBody>
          <a:bodyPr rtlCol="0" bIns="45720" lIns="91440" rIns="91440" tIns="45720">
            <a:spAutoFit/>
          </a:bodyPr>
          <a:lstStyle/>
          <a:p>
            <a:pPr algn="ctr" fontAlgn="base" marL="0" marR="0" indent="0" lvl="0">
              <a:lnSpc>
                <a:spcPct val="100%"/>
              </a:lnSpc>
            </a:pPr>
            <a:r>
              <a:rPr lang="en-US" sz="1000" spc="0" u="none">
                <a:solidFill>
                  <a:srgbClr val="3E3E3E">
                    <a:alpha val="100.00%"/>
                  </a:srgbClr>
                </a:solidFill>
                <a:latin typeface="Aptos"/>
              </a:rPr>
              <a:t><![CDATA[Cargo Nanacy]]></a:t>
            </a:r>
          </a:p>
        </p:txBody>
      </p:sp>
      <p:sp>
        <p:nvSpPr>
          <p:cNvPr id="7" name=""/>
          <p:cNvSpPr txBox="1"/>
          <p:nvPr/>
        </p:nvSpPr>
        <p:spPr>
          <a:xfrm>
            <a:off x="4391025" y="2162175"/>
            <a:ext cx="1762125" cy="238125"/>
          </a:xfrm>
          <a:prstGeom prst="rect">
            <a:avLst/>
          </a:prstGeom>
          <a:noFill/>
        </p:spPr>
        <p:txBody>
          <a:bodyPr rtlCol="0" bIns="45720" lIns="91440" rIns="91440" tIns="45720">
            <a:spAutoFit/>
          </a:bodyPr>
          <a:lstStyle/>
          <a:p>
            <a:pPr algn="ctr" fontAlgn="base" marL="0" marR="0" indent="0" lvl="0">
              <a:lnSpc>
                <a:spcPct val="100%"/>
              </a:lnSpc>
            </a:pPr>
            <a:r>
              <a:rPr lang="en-US" b="1" sz="1200" spc="0" u="none">
                <a:solidFill>
                  <a:srgbClr val="800000">
                    <a:alpha val="100.00%"/>
                  </a:srgbClr>
                </a:solidFill>
                <a:latin typeface="Aptos"/>
              </a:rPr>
              <a:t><![CDATA[2. Maria N]]></a:t>
            </a:r>
          </a:p>
        </p:txBody>
      </p:sp>
      <p:sp>
        <p:nvSpPr>
          <p:cNvPr id="8" name=""/>
          <p:cNvSpPr txBox="1"/>
          <p:nvPr/>
        </p:nvSpPr>
        <p:spPr>
          <a:xfrm>
            <a:off x="4391025" y="2419350"/>
            <a:ext cx="1762125" cy="333375"/>
          </a:xfrm>
          <a:prstGeom prst="rect">
            <a:avLst/>
          </a:prstGeom>
          <a:noFill/>
        </p:spPr>
        <p:txBody>
          <a:bodyPr rtlCol="0" bIns="45720" lIns="91440" rIns="91440" tIns="45720">
            <a:spAutoFit/>
          </a:bodyPr>
          <a:lstStyle/>
          <a:p>
            <a:pPr algn="ctr" fontAlgn="base" marL="0" marR="0" indent="0" lvl="0">
              <a:lnSpc>
                <a:spcPct val="100%"/>
              </a:lnSpc>
            </a:pPr>
            <a:r>
              <a:rPr lang="en-US" sz="1000" spc="0" u="none">
                <a:solidFill>
                  <a:srgbClr val="3E3E3E">
                    <a:alpha val="100.00%"/>
                  </a:srgbClr>
                </a:solidFill>
                <a:latin typeface="Aptos"/>
              </a:rPr>
              <a:t><![CDATA[Cargo Maria]]></a:t>
            </a:r>
          </a:p>
        </p:txBody>
      </p:sp>
      <p:sp>
        <p:nvSpPr>
          <p:cNvPr id="9" name=""/>
          <p:cNvSpPr txBox="1"/>
          <p:nvPr/>
        </p:nvSpPr>
        <p:spPr>
          <a:xfrm>
            <a:off x="6657975" y="2162175"/>
            <a:ext cx="1762125" cy="238125"/>
          </a:xfrm>
          <a:prstGeom prst="rect">
            <a:avLst/>
          </a:prstGeom>
          <a:noFill/>
        </p:spPr>
        <p:txBody>
          <a:bodyPr rtlCol="0" bIns="45720" lIns="91440" rIns="91440" tIns="45720">
            <a:spAutoFit/>
          </a:bodyPr>
          <a:lstStyle/>
          <a:p>
            <a:pPr algn="ctr" fontAlgn="base" marL="0" marR="0" indent="0" lvl="0">
              <a:lnSpc>
                <a:spcPct val="100%"/>
              </a:lnSpc>
            </a:pPr>
            <a:r>
              <a:rPr lang="en-US" b="1" sz="1200" spc="0" u="none">
                <a:solidFill>
                  <a:srgbClr val="800000">
                    <a:alpha val="100.00%"/>
                  </a:srgbClr>
                </a:solidFill>
                <a:latin typeface="Aptos"/>
              </a:rPr>
              <a:t><![CDATA[3. ]]></a:t>
            </a:r>
          </a:p>
        </p:txBody>
      </p:sp>
      <p:sp>
        <p:nvSpPr>
          <p:cNvPr id="10" name=""/>
          <p:cNvSpPr txBox="1"/>
          <p:nvPr/>
        </p:nvSpPr>
        <p:spPr>
          <a:xfrm>
            <a:off x="6657975" y="2419350"/>
            <a:ext cx="1762125" cy="333375"/>
          </a:xfrm>
          <a:prstGeom prst="rect">
            <a:avLst/>
          </a:prstGeom>
          <a:noFill/>
        </p:spPr>
        <p:txBody>
          <a:bodyPr rtlCol="0" bIns="45720" lIns="91440" rIns="91440" tIns="45720">
            <a:spAutoFit/>
          </a:bodyPr>
          <a:lstStyle/>
          <a:p>
            <a:pPr algn="ctr" fontAlgn="base" marL="0" marR="0" indent="0" lvl="0">
              <a:lnSpc>
                <a:spcPct val="100%"/>
              </a:lnSpc>
            </a:pPr>
            <a:r>
              <a:rPr lang="en-US" sz="1000" spc="0" u="none">
                <a:solidFill>
                  <a:srgbClr val="3E3E3E">
                    <a:alpha val="100.00%"/>
                  </a:srgbClr>
                </a:solidFill>
                <a:latin typeface="Aptos"/>
              </a:rPr>
              <a:t/>
            </a:r>
          </a:p>
        </p:txBody>
      </p:sp>
      <p:sp>
        <p:nvSpPr>
          <p:cNvPr id="11" name=""/>
          <p:cNvSpPr txBox="1"/>
          <p:nvPr/>
        </p:nvSpPr>
        <p:spPr>
          <a:xfrm>
            <a:off x="4391025" y="5467350"/>
            <a:ext cx="4029075" cy="200025"/>
          </a:xfrm>
          <a:prstGeom prst="rect">
            <a:avLst/>
          </a:prstGeom>
          <a:noFill/>
        </p:spPr>
        <p:txBody>
          <a:bodyPr rtlCol="0" bIns="45720" lIns="91440" rIns="91440" tIns="45720">
            <a:spAutoFit/>
          </a:bodyPr>
          <a:lstStyle/>
          <a:p>
            <a:pPr algn="l" fontAlgn="base" marL="0" marR="0" indent="0" lvl="0">
              <a:lnSpc>
                <a:spcPct val="100%"/>
              </a:lnSpc>
            </a:pPr>
            <a:r>
              <a:rPr lang="en-US" b="1" sz="1100" spc="0" u="none">
                <a:solidFill>
                  <a:srgbClr val="3E3E3E">
                    <a:alpha val="100.00%"/>
                  </a:srgbClr>
                </a:solidFill>
                <a:latin typeface="Aptos"/>
              </a:rPr>
              <a:t><![CDATA[Maestra de ceremonias: maestra prueb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p:bgPr>
    </p:bg>
    <p:spTree>
      <p:nvGrpSpPr>
        <p:cNvPr id="1" name=""/>
        <p:cNvGrpSpPr/>
        <p:nvPr/>
      </p:nvGrpSpPr>
      <p:grpSpPr>
        <a:xfrm>
          <a:off x="542925" y="1152525"/>
          <a:ext cx="8610600" cy="1666875"/>
          <a:chOff x="542925" y="1152525"/>
          <a:chExt cx="8610600" cy="1666875"/>
        </a:xfrm>
      </p:grpSpPr>
      <p:sp>
        <p:nvSpPr>
          <p:cNvPr id="1" name=""/>
          <p:cNvSpPr txBox="1"/>
          <p:nvPr/>
        </p:nvSpPr>
        <p:spPr>
          <a:xfrm>
            <a:off x="542925" y="1152525"/>
            <a:ext cx="8067675" cy="200025"/>
          </a:xfrm>
          <a:prstGeom prst="rect">
            <a:avLst/>
          </a:prstGeom>
          <a:noFill/>
        </p:spPr>
        <p:txBody>
          <a:bodyPr rtlCol="0" bIns="45720" lIns="91440" rIns="91440" tIns="45720">
            <a:spAutoFit/>
          </a:bodyPr>
          <a:lstStyle/>
          <a:p>
            <a:pPr algn="l" fontAlgn="base" marL="0" marR="0" indent="0" lvl="0">
              <a:lnSpc>
                <a:spcPct val="100%"/>
              </a:lnSpc>
            </a:pPr>
            <a:r>
              <a:rPr lang="en-US" b="1" sz="1600" spc="0" u="none">
                <a:solidFill>
                  <a:srgbClr val="800000">
                    <a:alpha val="100.00%"/>
                  </a:srgbClr>
                </a:solidFill>
                <a:latin typeface="Aptos"/>
              </a:rPr>
              <a:t><![CDATA[PERSONAS INVITADAS ESPECIALES]]></a:t>
            </a:r>
          </a:p>
        </p:txBody>
      </p:sp>
      <p:sp>
        <p:nvSpPr>
          <p:cNvPr id="2" name=""/>
          <p:cNvSpPr txBox="1"/>
          <p:nvPr/>
        </p:nvSpPr>
        <p:spPr>
          <a:xfrm>
            <a:off x="733425" y="1285875"/>
            <a:ext cx="666750"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N°]]></a:t>
            </a:r>
          </a:p>
        </p:txBody>
      </p:sp>
      <p:sp>
        <p:nvSpPr>
          <p:cNvPr id="3" name=""/>
          <p:cNvSpPr txBox="1"/>
          <p:nvPr/>
        </p:nvSpPr>
        <p:spPr>
          <a:xfrm>
            <a:off x="1447800" y="1285875"/>
            <a:ext cx="6924675"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Persona invitada]]></a:t>
            </a:r>
          </a:p>
        </p:txBody>
      </p:sp>
      <p:sp>
        <p:nvSpPr>
          <p:cNvPr id="4" name=""/>
          <p:cNvSpPr txBox="1"/>
          <p:nvPr/>
        </p:nvSpPr>
        <p:spPr>
          <a:xfrm>
            <a:off x="733425" y="1504950"/>
            <a:ext cx="66675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1]]></a:t>
            </a:r>
          </a:p>
        </p:txBody>
      </p:sp>
      <p:sp>
        <p:nvSpPr>
          <p:cNvPr id="5" name=""/>
          <p:cNvSpPr txBox="1"/>
          <p:nvPr/>
        </p:nvSpPr>
        <p:spPr>
          <a:xfrm>
            <a:off x="1447800" y="1504950"/>
            <a:ext cx="6924675"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Maria N
Cargo An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p:bgPr>
    </p:bg>
    <p:spTree>
      <p:nvGrpSpPr>
        <p:cNvPr id="1" name=""/>
        <p:cNvGrpSpPr/>
        <p:nvPr/>
      </p:nvGrpSpPr>
      <p:grpSpPr>
        <a:xfrm>
          <a:off x="542925" y="1152525"/>
          <a:ext cx="8610600" cy="1666875"/>
          <a:chOff x="542925" y="1152525"/>
          <a:chExt cx="8610600" cy="1666875"/>
        </a:xfrm>
      </p:grpSpPr>
      <p:sp>
        <p:nvSpPr>
          <p:cNvPr id="1" name=""/>
          <p:cNvSpPr txBox="1"/>
          <p:nvPr/>
        </p:nvSpPr>
        <p:spPr>
          <a:xfrm>
            <a:off x="542925" y="1152525"/>
            <a:ext cx="8067675" cy="200025"/>
          </a:xfrm>
          <a:prstGeom prst="rect">
            <a:avLst/>
          </a:prstGeom>
          <a:noFill/>
        </p:spPr>
        <p:txBody>
          <a:bodyPr rtlCol="0" bIns="45720" lIns="91440" rIns="91440" tIns="45720">
            <a:spAutoFit/>
          </a:bodyPr>
          <a:lstStyle/>
          <a:p>
            <a:pPr algn="l" fontAlgn="base" marL="0" marR="0" indent="0" lvl="0">
              <a:lnSpc>
                <a:spcPct val="100%"/>
              </a:lnSpc>
            </a:pPr>
            <a:r>
              <a:rPr lang="en-US" b="1" sz="1600" spc="0" u="none">
                <a:solidFill>
                  <a:srgbClr val="800000">
                    <a:alpha val="100.00%"/>
                  </a:srgbClr>
                </a:solidFill>
                <a:latin typeface="Aptos"/>
              </a:rPr>
              <a:t><![CDATA[Módulos de jornada]]></a:t>
            </a:r>
          </a:p>
        </p:txBody>
      </p:sp>
      <p:sp>
        <p:nvSpPr>
          <p:cNvPr id="2" name=""/>
          <p:cNvSpPr txBox="1"/>
          <p:nvPr/>
        </p:nvSpPr>
        <p:spPr>
          <a:xfrm>
            <a:off x="733425" y="1285875"/>
            <a:ext cx="666750"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Núm.]]></a:t>
            </a:r>
          </a:p>
        </p:txBody>
      </p:sp>
      <p:sp>
        <p:nvSpPr>
          <p:cNvPr id="3" name=""/>
          <p:cNvSpPr txBox="1"/>
          <p:nvPr/>
        </p:nvSpPr>
        <p:spPr>
          <a:xfrm>
            <a:off x="1447800" y="1285875"/>
            <a:ext cx="3467100"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Institución]]></a:t>
            </a:r>
          </a:p>
        </p:txBody>
      </p:sp>
      <p:sp>
        <p:nvSpPr>
          <p:cNvPr id="4" name=""/>
          <p:cNvSpPr txBox="1"/>
          <p:nvPr/>
        </p:nvSpPr>
        <p:spPr>
          <a:xfrm>
            <a:off x="4981575" y="1285875"/>
            <a:ext cx="3400425"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Servicio]]></a:t>
            </a:r>
          </a:p>
        </p:txBody>
      </p:sp>
      <p:sp>
        <p:nvSpPr>
          <p:cNvPr id="5" name=""/>
          <p:cNvSpPr txBox="1"/>
          <p:nvPr/>
        </p:nvSpPr>
        <p:spPr>
          <a:xfrm>
            <a:off x="733425" y="1504950"/>
            <a:ext cx="66675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1]]></a:t>
            </a:r>
          </a:p>
        </p:txBody>
      </p:sp>
      <p:sp>
        <p:nvSpPr>
          <p:cNvPr id="6" name=""/>
          <p:cNvSpPr txBox="1"/>
          <p:nvPr/>
        </p:nvSpPr>
        <p:spPr>
          <a:xfrm>
            <a:off x="1447800" y="1504950"/>
            <a:ext cx="3467100"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institucion prueba]]></a:t>
            </a:r>
          </a:p>
        </p:txBody>
      </p:sp>
      <p:sp>
        <p:nvSpPr>
          <p:cNvPr id="7" name=""/>
          <p:cNvSpPr txBox="1"/>
          <p:nvPr/>
        </p:nvSpPr>
        <p:spPr>
          <a:xfrm>
            <a:off x="4981575" y="1504950"/>
            <a:ext cx="3400425" cy="16192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servicio prueba de institucion prueb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p:bgPr>
    </p:bg>
    <p:spTree>
      <p:nvGrpSpPr>
        <p:cNvPr id="1" name=""/>
        <p:cNvGrpSpPr/>
        <p:nvPr/>
      </p:nvGrpSpPr>
      <p:grpSpPr>
        <a:xfrm>
          <a:off x="542925" y="1152525"/>
          <a:ext cx="8610600" cy="1771650"/>
          <a:chOff x="542925" y="1152525"/>
          <a:chExt cx="8610600" cy="1771650"/>
        </a:xfrm>
      </p:grpSpPr>
      <p:sp>
        <p:nvSpPr>
          <p:cNvPr id="1" name=""/>
          <p:cNvSpPr txBox="1"/>
          <p:nvPr/>
        </p:nvSpPr>
        <p:spPr>
          <a:xfrm>
            <a:off x="542925" y="1152525"/>
            <a:ext cx="8067675" cy="200025"/>
          </a:xfrm>
          <a:prstGeom prst="rect">
            <a:avLst/>
          </a:prstGeom>
          <a:noFill/>
        </p:spPr>
        <p:txBody>
          <a:bodyPr rtlCol="0" bIns="45720" lIns="91440" rIns="91440" tIns="45720">
            <a:spAutoFit/>
          </a:bodyPr>
          <a:lstStyle/>
          <a:p>
            <a:pPr algn="l" fontAlgn="base" marL="0" marR="0" indent="0" lvl="0">
              <a:lnSpc>
                <a:spcPct val="100%"/>
              </a:lnSpc>
            </a:pPr>
            <a:r>
              <a:rPr lang="en-US" b="1" sz="1600" spc="0" u="none">
                <a:solidFill>
                  <a:srgbClr val="800000">
                    <a:alpha val="100.00%"/>
                  </a:srgbClr>
                </a:solidFill>
                <a:latin typeface="Aptos"/>
              </a:rPr>
              <a:t><![CDATA[REQUERIMIENTOS]]></a:t>
            </a:r>
          </a:p>
        </p:txBody>
      </p:sp>
      <p:sp>
        <p:nvSpPr>
          <p:cNvPr id="2" name=""/>
          <p:cNvSpPr txBox="1"/>
          <p:nvPr/>
        </p:nvSpPr>
        <p:spPr>
          <a:xfrm>
            <a:off x="676275" y="1285875"/>
            <a:ext cx="2505075"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Delegación Administrativa]]></a:t>
            </a:r>
          </a:p>
        </p:txBody>
      </p:sp>
      <p:sp>
        <p:nvSpPr>
          <p:cNvPr id="3" name=""/>
          <p:cNvSpPr txBox="1"/>
          <p:nvPr/>
        </p:nvSpPr>
        <p:spPr>
          <a:xfrm>
            <a:off x="3248025" y="1285875"/>
            <a:ext cx="2505075"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Comunicación Social]]></a:t>
            </a:r>
          </a:p>
        </p:txBody>
      </p:sp>
      <p:sp>
        <p:nvSpPr>
          <p:cNvPr id="4" name=""/>
          <p:cNvSpPr txBox="1"/>
          <p:nvPr/>
        </p:nvSpPr>
        <p:spPr>
          <a:xfrm>
            <a:off x="5810250" y="1285875"/>
            <a:ext cx="2505075"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Dirección General de Administración]]></a:t>
            </a:r>
          </a:p>
        </p:txBody>
      </p:sp>
      <p:sp>
        <p:nvSpPr>
          <p:cNvPr id="5" name=""/>
          <p:cNvSpPr txBox="1"/>
          <p:nvPr/>
        </p:nvSpPr>
        <p:spPr>
          <a:xfrm>
            <a:off x="676275" y="1504950"/>
            <a:ext cx="2505075" cy="266700"/>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1  Extensiones eléctricas
   30 Metros]]></a:t>
            </a:r>
          </a:p>
        </p:txBody>
      </p:sp>
      <p:sp>
        <p:nvSpPr>
          <p:cNvPr id="6" name=""/>
          <p:cNvSpPr txBox="1"/>
          <p:nvPr/>
        </p:nvSpPr>
        <p:spPr>
          <a:xfrm>
            <a:off x="3248025" y="1504950"/>
            <a:ext cx="2505075" cy="266700"/>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1  Back
   3.05 x 7.32 m Estructura]]></a:t>
            </a:r>
          </a:p>
        </p:txBody>
      </p:sp>
      <p:sp>
        <p:nvSpPr>
          <p:cNvPr id="7" name=""/>
          <p:cNvSpPr txBox="1"/>
          <p:nvPr/>
        </p:nvSpPr>
        <p:spPr>
          <a:xfrm>
            <a:off x="5810250" y="1504950"/>
            <a:ext cx="2505075" cy="266700"/>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1  Carpa
   11 x 20 Metr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p:bgPr>
    </p:bg>
    <p:spTree>
      <p:nvGrpSpPr>
        <p:cNvPr id="1" name=""/>
        <p:cNvGrpSpPr/>
        <p:nvPr/>
      </p:nvGrpSpPr>
      <p:grpSpPr>
        <a:xfrm>
          <a:off x="542925" y="1152525"/>
          <a:ext cx="8610600" cy="5438775"/>
          <a:chOff x="542925" y="1152525"/>
          <a:chExt cx="8610600" cy="5438775"/>
        </a:xfrm>
      </p:grpSpPr>
      <p:sp>
        <p:nvSpPr>
          <p:cNvPr id="1" name=""/>
          <p:cNvSpPr txBox="1"/>
          <p:nvPr/>
        </p:nvSpPr>
        <p:spPr>
          <a:xfrm>
            <a:off x="542925" y="1152525"/>
            <a:ext cx="8067675" cy="200025"/>
          </a:xfrm>
          <a:prstGeom prst="rect">
            <a:avLst/>
          </a:prstGeom>
          <a:noFill/>
        </p:spPr>
        <p:txBody>
          <a:bodyPr rtlCol="0" bIns="45720" lIns="91440" rIns="91440" tIns="45720">
            <a:spAutoFit/>
          </a:bodyPr>
          <a:lstStyle/>
          <a:p>
            <a:pPr algn="l" fontAlgn="base" marL="0" marR="0" indent="0" lvl="0">
              <a:lnSpc>
                <a:spcPct val="100%"/>
              </a:lnSpc>
            </a:pPr>
            <a:r>
              <a:rPr lang="en-US" b="1" sz="1600" spc="0" u="none">
                <a:solidFill>
                  <a:srgbClr val="800000">
                    <a:alpha val="100.00%"/>
                  </a:srgbClr>
                </a:solidFill>
                <a:latin typeface="Aptos"/>
              </a:rPr>
              <a:t><![CDATA[REQUERIMIENTOS]]></a:t>
            </a:r>
          </a:p>
        </p:txBody>
      </p:sp>
      <p:sp>
        <p:nvSpPr>
          <p:cNvPr id="2" name=""/>
          <p:cNvSpPr txBox="1"/>
          <p:nvPr/>
        </p:nvSpPr>
        <p:spPr>
          <a:xfrm>
            <a:off x="676275" y="1285875"/>
            <a:ext cx="3609975"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Delegación Administrativa]]></a:t>
            </a:r>
          </a:p>
        </p:txBody>
      </p:sp>
      <p:sp>
        <p:nvSpPr>
          <p:cNvPr id="3" name=""/>
          <p:cNvSpPr txBox="1"/>
          <p:nvPr/>
        </p:nvSpPr>
        <p:spPr>
          <a:xfrm>
            <a:off x="4352925" y="1285875"/>
            <a:ext cx="3609975" cy="180975"/>
          </a:xfrm>
          <a:prstGeom prst="rect">
            <a:avLst/>
          </a:prstGeom>
          <a:solidFill>
            <a:srgbClr val="800000">
              <a:alpha val="100.00%"/>
            </a:srgbClr>
          </a:solid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ctr" fontAlgn="base" marL="0" marR="0" indent="0" lvl="0">
              <a:lnSpc>
                <a:spcPct val="100%"/>
              </a:lnSpc>
            </a:pPr>
            <a:r>
              <a:rPr lang="en-US" b="1" sz="1100" spc="0" u="none">
                <a:solidFill>
                  <a:srgbClr val="FFFFFF">
                    <a:alpha val="100.00%"/>
                  </a:srgbClr>
                </a:solidFill>
                <a:latin typeface="Aptos"/>
              </a:rPr>
              <a:t><![CDATA[Evento y ubicación]]></a:t>
            </a:r>
          </a:p>
        </p:txBody>
      </p:sp>
      <p:sp>
        <p:nvSpPr>
          <p:cNvPr id="4" name=""/>
          <p:cNvSpPr txBox="1"/>
          <p:nvPr/>
        </p:nvSpPr>
        <p:spPr>
          <a:xfrm>
            <a:off x="676275" y="1504950"/>
            <a:ext cx="3609975" cy="63817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1  Extensiones eléctricas
   30 Metros]]></a:t>
            </a:r>
          </a:p>
        </p:txBody>
      </p:sp>
      <p:sp>
        <p:nvSpPr>
          <p:cNvPr id="5" name=""/>
          <p:cNvSpPr txBox="1"/>
          <p:nvPr/>
        </p:nvSpPr>
        <p:spPr>
          <a:xfrm>
            <a:off x="4352925" y="1504950"/>
            <a:ext cx="3609975" cy="638175"/>
          </a:xfrm>
          <a:prstGeom prst="rect">
            <a:avLst/>
          </a:prstGeom>
          <a:noFill/>
          <a:ln w="12700" cap="flat" cmpd="sng" algn="ctr">
            <a:solidFill>
              <a:srgbClr val="D8C7C7">
                <a:alpha val="100.00%"/>
              </a:srgbClr>
            </a:solidFill>
            <a:prstDash val="solid"/>
            <a:round/>
            <a:headEnd type="none" w="med" len="med"/>
            <a:tailEnd type="none" w="med" len="med"/>
          </a:ln>
        </p:spPr>
        <p:txBody>
          <a:bodyPr rtlCol="0" bIns="45720" lIns="91440" rIns="91440" tIns="45720">
            <a:spAutoFit/>
          </a:bodyPr>
          <a:lstStyle/>
          <a:p>
            <a:pPr algn="l" fontAlgn="base" marL="0" marR="0" indent="0" lvl="0">
              <a:lnSpc>
                <a:spcPct val="100%"/>
              </a:lnSpc>
            </a:pPr>
            <a:r>
              <a:rPr lang="en-US" sz="1000" spc="0" u="none">
                <a:solidFill>
                  <a:srgbClr val="3E3E3E">
                    <a:alpha val="100.00%"/>
                  </a:srgbClr>
                </a:solidFill>
                <a:latin typeface="Aptos"/>
              </a:rPr>
              <a:t><![CDATA[Evento: Elaborar un informe sobre el seguimiento de las
adquisiciones y ?rdenes de servicio de la Direcci?n.
Día: 09 de agosto de 2026
Horario: 09:00:00 - 18:00:00 horas
Ubicación: Sin nombre Sn Int. Sn CP 50100]]></a:t>
            </a:r>
          </a:p>
        </p:txBody>
      </p:sp>
      <p:sp>
        <p:nvSpPr>
          <p:cNvPr id="6" name=""/>
          <p:cNvSpPr txBox="1"/>
          <p:nvPr/>
        </p:nvSpPr>
        <p:spPr>
          <a:xfrm>
            <a:off x="647700" y="4514850"/>
            <a:ext cx="3381375" cy="142875"/>
          </a:xfrm>
          <a:prstGeom prst="rect">
            <a:avLst/>
          </a:prstGeom>
          <a:noFill/>
        </p:spPr>
        <p:txBody>
          <a:bodyPr rtlCol="0" bIns="45720" lIns="91440" rIns="91440" tIns="45720">
            <a:spAutoFit/>
          </a:bodyPr>
          <a:lstStyle/>
          <a:p>
            <a:pPr algn="ctr" fontAlgn="base" marL="0" marR="0" indent="0" lvl="0">
              <a:lnSpc>
                <a:spcPct val="100%"/>
              </a:lnSpc>
            </a:pPr>
            <a:r>
              <a:rPr lang="en-US" b="1" sz="1100" spc="0" u="none">
                <a:solidFill>
                  <a:srgbClr val="3E3E3E">
                    <a:alpha val="100.00%"/>
                  </a:srgbClr>
                </a:solidFill>
                <a:latin typeface="Aptos"/>
              </a:rPr>
              <a:t><![CDATA[Responsable del Evento]]></a:t>
            </a:r>
          </a:p>
        </p:txBody>
      </p:sp>
      <p:sp>
        <p:nvSpPr>
          <p:cNvPr id="7" name=""/>
          <p:cNvSpPr txBox="1"/>
          <p:nvPr/>
        </p:nvSpPr>
        <p:spPr>
          <a:xfrm>
            <a:off x="647700" y="4705350"/>
            <a:ext cx="3381375" cy="123825"/>
          </a:xfrm>
          <a:prstGeom prst="rect">
            <a:avLst/>
          </a:prstGeom>
          <a:noFill/>
        </p:spPr>
        <p:txBody>
          <a:bodyPr rtlCol="0" bIns="45720" lIns="91440" rIns="91440" tIns="45720">
            <a:spAutoFit/>
          </a:bodyPr>
          <a:lstStyle/>
          <a:p>
            <a:pPr algn="ctr" fontAlgn="base" marL="0" marR="0" indent="0" lvl="0">
              <a:lnSpc>
                <a:spcPct val="100%"/>
              </a:lnSpc>
            </a:pPr>
            <a:r>
              <a:rPr lang="en-US" sz="1000" spc="0" u="none">
                <a:solidFill>
                  <a:srgbClr val="3E3E3E">
                    <a:alpha val="100.00%"/>
                  </a:srgbClr>
                </a:solidFill>
                <a:latin typeface="Aptos"/>
              </a:rPr>
              <a:t><![CDATA[________________________]]></a:t>
            </a:r>
          </a:p>
        </p:txBody>
      </p:sp>
      <p:sp>
        <p:nvSpPr>
          <p:cNvPr id="8" name=""/>
          <p:cNvSpPr txBox="1"/>
          <p:nvPr/>
        </p:nvSpPr>
        <p:spPr>
          <a:xfrm>
            <a:off x="647700" y="4867275"/>
            <a:ext cx="3381375" cy="180975"/>
          </a:xfrm>
          <a:prstGeom prst="rect">
            <a:avLst/>
          </a:prstGeom>
          <a:noFill/>
        </p:spPr>
        <p:txBody>
          <a:bodyPr rtlCol="0" bIns="45720" lIns="91440" rIns="91440" tIns="45720">
            <a:spAutoFit/>
          </a:bodyPr>
          <a:lstStyle/>
          <a:p>
            <a:pPr algn="ctr" fontAlgn="base" marL="0" marR="0" indent="0" lvl="0">
              <a:lnSpc>
                <a:spcPct val="100%"/>
              </a:lnSpc>
            </a:pPr>
            <a:r>
              <a:rPr lang="en-US" b="1" sz="1100" spc="0" u="none">
                <a:solidFill>
                  <a:srgbClr val="3E3E3E">
                    <a:alpha val="100.00%"/>
                  </a:srgbClr>
                </a:solidFill>
                <a:latin typeface="Aptos"/>
              </a:rPr>
              <a:t><![CDATA[Administrador Sistema]]></a:t>
            </a:r>
          </a:p>
        </p:txBody>
      </p:sp>
      <p:sp>
        <p:nvSpPr>
          <p:cNvPr id="9" name=""/>
          <p:cNvSpPr txBox="1"/>
          <p:nvPr/>
        </p:nvSpPr>
        <p:spPr>
          <a:xfrm>
            <a:off x="647700" y="5067300"/>
            <a:ext cx="3381375" cy="180975"/>
          </a:xfrm>
          <a:prstGeom prst="rect">
            <a:avLst/>
          </a:prstGeom>
          <a:noFill/>
        </p:spPr>
        <p:txBody>
          <a:bodyPr rtlCol="0" bIns="45720" lIns="91440" rIns="91440" tIns="45720">
            <a:spAutoFit/>
          </a:bodyPr>
          <a:lstStyle/>
          <a:p>
            <a:pPr algn="ctr" fontAlgn="base" marL="0" marR="0" indent="0" lvl="0">
              <a:lnSpc>
                <a:spcPct val="100%"/>
              </a:lnSpc>
            </a:pPr>
            <a:r>
              <a:rPr lang="en-US" sz="1000" spc="0" u="none">
                <a:solidFill>
                  <a:srgbClr val="3E3E3E">
                    <a:alpha val="100.00%"/>
                  </a:srgbClr>
                </a:solidFill>
                <a:latin typeface="Aptos"/>
              </a:rPr>
              <a:t><![CDATA[Administrador]]></a:t>
            </a:r>
          </a:p>
        </p:txBody>
      </p:sp>
      <p:sp>
        <p:nvSpPr>
          <p:cNvPr id="10" name=""/>
          <p:cNvSpPr txBox="1"/>
          <p:nvPr/>
        </p:nvSpPr>
        <p:spPr>
          <a:xfrm>
            <a:off x="647700" y="5295900"/>
            <a:ext cx="3381375" cy="142875"/>
          </a:xfrm>
          <a:prstGeom prst="rect">
            <a:avLst/>
          </a:prstGeom>
          <a:noFill/>
        </p:spPr>
        <p:txBody>
          <a:bodyPr rtlCol="0" bIns="45720" lIns="91440" rIns="91440" tIns="45720">
            <a:spAutoFit/>
          </a:bodyPr>
          <a:lstStyle/>
          <a:p>
            <a:pPr algn="ctr" fontAlgn="base" marL="0" marR="0" indent="0" lvl="0">
              <a:lnSpc>
                <a:spcPct val="100%"/>
              </a:lnSpc>
            </a:pPr>
            <a:r>
              <a:rPr lang="en-US" b="1" sz="1000" spc="0" u="none">
                <a:solidFill>
                  <a:srgbClr val="3E3E3E">
                    <a:alpha val="100.00%"/>
                  </a:srgbClr>
                </a:solidFill>
                <a:latin typeface="Aptos"/>
              </a:rPr>
              <a:t><![CDATA[Vo. Bo.]]></a:t>
            </a:r>
          </a:p>
        </p:txBody>
      </p:sp>
      <p:sp>
        <p:nvSpPr>
          <p:cNvPr id="11" name=""/>
          <p:cNvSpPr txBox="1"/>
          <p:nvPr/>
        </p:nvSpPr>
        <p:spPr>
          <a:xfrm>
            <a:off x="4676775" y="4514850"/>
            <a:ext cx="3381375" cy="142875"/>
          </a:xfrm>
          <a:prstGeom prst="rect">
            <a:avLst/>
          </a:prstGeom>
          <a:noFill/>
        </p:spPr>
        <p:txBody>
          <a:bodyPr rtlCol="0" bIns="45720" lIns="91440" rIns="91440" tIns="45720">
            <a:spAutoFit/>
          </a:bodyPr>
          <a:lstStyle/>
          <a:p>
            <a:pPr algn="ctr" fontAlgn="base" marL="0" marR="0" indent="0" lvl="0">
              <a:lnSpc>
                <a:spcPct val="100%"/>
              </a:lnSpc>
            </a:pPr>
            <a:r>
              <a:rPr lang="en-US" b="1" sz="1100" spc="0" u="none">
                <a:solidFill>
                  <a:srgbClr val="3E3E3E">
                    <a:alpha val="100.00%"/>
                  </a:srgbClr>
                </a:solidFill>
                <a:latin typeface="Aptos"/>
              </a:rPr>
              <a:t><![CDATA[Delegado Administrativo]]></a:t>
            </a:r>
          </a:p>
        </p:txBody>
      </p:sp>
      <p:sp>
        <p:nvSpPr>
          <p:cNvPr id="12" name=""/>
          <p:cNvSpPr txBox="1"/>
          <p:nvPr/>
        </p:nvSpPr>
        <p:spPr>
          <a:xfrm>
            <a:off x="4676775" y="4705350"/>
            <a:ext cx="3381375" cy="123825"/>
          </a:xfrm>
          <a:prstGeom prst="rect">
            <a:avLst/>
          </a:prstGeom>
          <a:noFill/>
        </p:spPr>
        <p:txBody>
          <a:bodyPr rtlCol="0" bIns="45720" lIns="91440" rIns="91440" tIns="45720">
            <a:spAutoFit/>
          </a:bodyPr>
          <a:lstStyle/>
          <a:p>
            <a:pPr algn="ctr" fontAlgn="base" marL="0" marR="0" indent="0" lvl="0">
              <a:lnSpc>
                <a:spcPct val="100%"/>
              </a:lnSpc>
            </a:pPr>
            <a:r>
              <a:rPr lang="en-US" sz="1000" spc="0" u="none">
                <a:solidFill>
                  <a:srgbClr val="3E3E3E">
                    <a:alpha val="100.00%"/>
                  </a:srgbClr>
                </a:solidFill>
                <a:latin typeface="Aptos"/>
              </a:rPr>
              <a:t><![CDATA[________________________]]></a:t>
            </a:r>
          </a:p>
        </p:txBody>
      </p:sp>
      <p:sp>
        <p:nvSpPr>
          <p:cNvPr id="13" name=""/>
          <p:cNvSpPr txBox="1"/>
          <p:nvPr/>
        </p:nvSpPr>
        <p:spPr>
          <a:xfrm>
            <a:off x="4676775" y="4867275"/>
            <a:ext cx="3381375" cy="180975"/>
          </a:xfrm>
          <a:prstGeom prst="rect">
            <a:avLst/>
          </a:prstGeom>
          <a:noFill/>
        </p:spPr>
        <p:txBody>
          <a:bodyPr rtlCol="0" bIns="45720" lIns="91440" rIns="91440" tIns="45720">
            <a:spAutoFit/>
          </a:bodyPr>
          <a:lstStyle/>
          <a:p>
            <a:pPr algn="ctr" fontAlgn="base" marL="0" marR="0" indent="0" lvl="0">
              <a:lnSpc>
                <a:spcPct val="100%"/>
              </a:lnSpc>
            </a:pPr>
            <a:r>
              <a:rPr lang="en-US" b="1" sz="1100" spc="0" u="none">
                <a:solidFill>
                  <a:srgbClr val="3E3E3E">
                    <a:alpha val="100.00%"/>
                  </a:srgbClr>
                </a:solidFill>
                <a:latin typeface="Aptos"/>
              </a:rPr>
              <a:t><![CDATA[Lcdo. Marco Antonio Guadarrama López]]></a:t>
            </a:r>
          </a:p>
        </p:txBody>
      </p:sp>
      <p:sp>
        <p:nvSpPr>
          <p:cNvPr id="14" name=""/>
          <p:cNvSpPr txBox="1"/>
          <p:nvPr/>
        </p:nvSpPr>
        <p:spPr>
          <a:xfrm>
            <a:off x="4676775" y="5067300"/>
            <a:ext cx="3381375" cy="180975"/>
          </a:xfrm>
          <a:prstGeom prst="rect">
            <a:avLst/>
          </a:prstGeom>
          <a:noFill/>
        </p:spPr>
        <p:txBody>
          <a:bodyPr rtlCol="0" bIns="45720" lIns="91440" rIns="91440" tIns="45720">
            <a:spAutoFit/>
          </a:bodyPr>
          <a:lstStyle/>
          <a:p>
            <a:pPr algn="ctr" fontAlgn="base" marL="0" marR="0" indent="0" lvl="0">
              <a:lnSpc>
                <a:spcPct val="100%"/>
              </a:lnSpc>
            </a:pPr>
            <a:r>
              <a:rPr lang="en-US" sz="1000" spc="0" u="none">
                <a:solidFill>
                  <a:srgbClr val="3E3E3E">
                    <a:alpha val="100.00%"/>
                  </a:srgbClr>
                </a:solidFill>
                <a:latin typeface="Aptos"/>
              </a:rPr>
              <a:t><![CDATA[Delegado Administrativo]]></a:t>
            </a:r>
          </a:p>
        </p:txBody>
      </p:sp>
      <p:sp>
        <p:nvSpPr>
          <p:cNvPr id="15" name=""/>
          <p:cNvSpPr txBox="1"/>
          <p:nvPr/>
        </p:nvSpPr>
        <p:spPr>
          <a:xfrm>
            <a:off x="4676775" y="5295900"/>
            <a:ext cx="3381375" cy="142875"/>
          </a:xfrm>
          <a:prstGeom prst="rect">
            <a:avLst/>
          </a:prstGeom>
          <a:noFill/>
        </p:spPr>
        <p:txBody>
          <a:bodyPr rtlCol="0" bIns="45720" lIns="91440" rIns="91440" tIns="45720">
            <a:spAutoFit/>
          </a:bodyPr>
          <a:lstStyle/>
          <a:p>
            <a:pPr algn="ctr" fontAlgn="base" marL="0" marR="0" indent="0" lvl="0">
              <a:lnSpc>
                <a:spcPct val="100%"/>
              </a:lnSpc>
            </a:pPr>
            <a:r>
              <a:rPr lang="en-US" b="1" sz="1000" spc="0" u="none">
                <a:solidFill>
                  <a:srgbClr val="3E3E3E">
                    <a:alpha val="100.00%"/>
                  </a:srgbClr>
                </a:solidFill>
                <a:latin typeface="Aptos"/>
              </a:rPr>
              <a:t><![CDATA[Vo. Bo. Validado]]></a:t>
            </a:r>
          </a:p>
        </p:txBody>
      </p:sp>
    </p:spTree>
  </p:cSld>
  <p:clrMapOvr>
    <a:masterClrMapping/>
  </p:clrMapOvr>
</p:sld>
</file>

<file path=ppt/theme/theme1.xml><?xml version="1.0" encoding="utf-8"?>
<a:theme xmlns:a="http://schemas.openxmlformats.org/drawingml/2006/main" name="Theme58">
  <a:themeElements>
    <a:clrScheme name="Theme58">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heme58">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heme58">
      <a:fillStyleLst>
        <a:solidFill>
          <a:schemeClr val="phClr"/>
        </a:solidFill>
        <a:gradFill rotWithShape="1">
          <a:gsLst>
            <a:gs pos="0%">
              <a:schemeClr val="phClr">
                <a:tint val="50%"/>
                <a:satMod val="300%"/>
              </a:schemeClr>
            </a:gs>
            <a:gs pos="35%">
              <a:schemeClr val="phClr">
                <a:tint val="37%"/>
                <a:satMod val="300%"/>
              </a:schemeClr>
            </a:gs>
            <a:gs pos="100%">
              <a:schemeClr val="phClr">
                <a:tint val="15%"/>
                <a:satMod val="350%"/>
              </a:schemeClr>
            </a:gs>
          </a:gsLst>
          <a:lin ang="16200000" scaled="1"/>
        </a:gradFill>
        <a:gradFill rotWithShape="1">
          <a:gsLst>
            <a:gs pos="0%">
              <a:schemeClr val="phClr">
                <a:shade val="51%"/>
                <a:satMod val="130%"/>
              </a:schemeClr>
            </a:gs>
            <a:gs pos="80%">
              <a:schemeClr val="phClr">
                <a:shade val="93%"/>
                <a:satMod val="130%"/>
              </a:schemeClr>
            </a:gs>
            <a:gs pos="100%">
              <a:schemeClr val="phClr">
                <a:shade val="94%"/>
                <a:satMod val="135%"/>
              </a:schemeClr>
            </a:gs>
          </a:gsLst>
          <a:lin ang="16200000" scaled="0"/>
        </a:gradFill>
      </a:fillStyleLst>
      <a:lnStyleLst>
        <a:ln w="9525" cap="flat" cmpd="sng" algn="ctr">
          <a:solidFill>
            <a:schemeClr val="phClr">
              <a:shade val="95%"/>
              <a:satMod val="105%"/>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
              </a:srgbClr>
            </a:outerShdw>
          </a:effectLst>
        </a:effectStyle>
        <a:effectStyle>
          <a:effectLst>
            <a:outerShdw blurRad="40000" dir="5400000" dist="23000" rotWithShape="0">
              <a:srgbClr val="000000">
                <a:alpha val="35%"/>
              </a:srgbClr>
            </a:outerShdw>
          </a:effectLst>
        </a:effectStyle>
        <a:effectStyle>
          <a:effectLst>
            <a:outerShdw blurRad="40000" dir="5400000" dist="23000" rotWithShape="0">
              <a:srgbClr val="000000">
                <a:alpha val="35%"/>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
                <a:satMod val="350%"/>
              </a:schemeClr>
            </a:gs>
            <a:gs pos="40%">
              <a:schemeClr val="phClr">
                <a:tint val="45%"/>
                <a:shade val="99%"/>
                <a:satMod val="350%"/>
              </a:schemeClr>
            </a:gs>
            <a:gs pos="100%">
              <a:schemeClr val="phClr">
                <a:shade val="20%"/>
                <a:satMod val="255%"/>
              </a:schemeClr>
            </a:gs>
          </a:gsLst>
          <a:path path="circle">
            <a:fillToRect b="180%" l="50%" r="50%" t="-80%"/>
          </a:path>
        </a:gradFill>
        <a:gradFill rotWithShape="1">
          <a:gsLst>
            <a:gs pos="0%">
              <a:schemeClr val="phClr">
                <a:tint val="80%"/>
                <a:satMod val="300%"/>
              </a:schemeClr>
            </a:gs>
            <a:gs pos="100%">
              <a:schemeClr val="phClr">
                <a:shade val="30%"/>
                <a:satMod val="200%"/>
              </a:schemeClr>
            </a:gs>
          </a:gsLst>
          <a:path path="circle">
            <a:fillToRect b="50%" l="50%" r="50%" t="5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11</Slides>
  <ScaleCrop>false</ScaleCrop>
  <HeadingPairs>
    <vt:vector size="4" baseType="variant">
      <vt:variant>
        <vt:lpstr>Theme</vt:lpstr>
      </vt:variant>
      <vt:variant>
        <vt:i4>1</vt:i4>
      </vt:variant>
      <vt:variant>
        <vt:lpstr>Slide Titles</vt:lpstr>
      </vt:variant>
      <vt:variant>
        <vt:i4>1</vt:i4>
      </vt:variant>
    </vt:vector>
  </HeadingPairs>
  <TitlesOfParts>
    <vt:vector size="1" baseType="lpstr">
      <vt:lpstr>Office Theme</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Unknown Creator</dc:creator>
  <cp:lastModifiedBy>Unknown Creator</cp:lastModifiedBy>
  <dcterms:created xsi:type="dcterms:W3CDTF">2026-08-11T07:52:17Z</dcterms:created>
  <dcterms:modified xsi:type="dcterms:W3CDTF">2026-08-11T07:52:17Z</dcterms:modified>
  <dc:title>Untitled Presentation</dc:title>
  <dc:description/>
  <dc:subject/>
  <cp:keywords/>
  <cp:category/>
</cp:coreProperties>
</file>

<file path=docProps/custom.xml><?xml version="1.0" encoding="utf-8"?>
<Properties xmlns="http://schemas.openxmlformats.org/officeDocument/2006/custom-properties" xmlns:vt="http://schemas.openxmlformats.org/officeDocument/2006/docPropsVTypes"/>
</file>