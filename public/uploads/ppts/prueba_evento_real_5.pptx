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39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389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71625"/>
          <a:chOff x="542925" y="762000"/>
          <a:chExt cx="8610600" cy="15716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095500"/>
          <a:chOff x="542925" y="762000"/>
          <a:chExt cx="8610600" cy="2095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752975" y="1876425"/>
            <a:ext cx="3419475" cy="2190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tegrantes registrados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-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requerimiento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-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
del Consejo Municipal de Población (COMUPO).
Día: 2026-10-01
Horario:  horas
Ubicación: 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2">
  <a:themeElements>
    <a:clrScheme name="Theme7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2026-08-07T07:27:57Z</dcterms:created>
  <dcterms:modified xsi:type="dcterms:W3CDTF">2026-08-07T07:27:57Z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