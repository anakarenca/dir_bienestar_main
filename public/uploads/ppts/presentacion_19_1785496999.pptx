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1327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286000"/>
          <a:chOff x="1524000" y="381000"/>
          <a:chExt cx="16764000" cy="2286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6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4287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19050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667000"/>
          <a:chOff x="1524000" y="381000"/>
          <a:chExt cx="16764000" cy="2667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8097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1714500"/>
          <a:chOff x="1524000" y="381000"/>
          <a:chExt cx="16764000" cy="17145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4000500"/>
          <a:chOff x="1524000" y="381000"/>
          <a:chExt cx="16764000" cy="40005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10-0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857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ora(s)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238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abcdef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524000" y="3619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762250"/>
          <a:chOff x="1524000" y="381000"/>
          <a:chExt cx="16764000" cy="276225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3812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imágenes disponible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4038600"/>
          <a:chOff x="1524000" y="381000"/>
          <a:chExt cx="16764000" cy="40386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 - Programa Protocolari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667000"/>
            <a:ext cx="1524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Inicio          Actividad                                Responsable                    Duración (min)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30480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               Inicio                                   ID: 2                          200 mi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3909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2:20                Otro                                     Nancy                          300 mi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37338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7:20                Fin                                      Oscar2                         40 min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7905750"/>
          <a:chOff x="1524000" y="381000"/>
          <a:chExt cx="16764000" cy="790575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2667000" y="4286250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eter
carg pete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635500" y="4286250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Sofia
Puesto sofu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604000" y="4286250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
cargo an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8382000" y="4095750"/>
            <a:ext cx="1524000" cy="1524000"/>
          </a:xfrm>
          <a:prstGeom prst="rect">
            <a:avLst/>
          </a:prstGeom>
          <a:solidFill>
            <a:srgbClr val="80000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residente
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0541000" y="4286250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alem
cargo Hale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2509500" y="4286250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
Cargo N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4478000" y="4286250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
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524000" y="75247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95700"/>
          <a:chOff x="1524000" y="381000"/>
          <a:chExt cx="16764000" cy="36957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667000"/>
            <a:ext cx="1524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30480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3909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352800"/>
          <a:chOff x="1524000" y="381000"/>
          <a:chExt cx="16764000" cy="33528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667000"/>
            <a:ext cx="1524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ó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30480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352800"/>
          <a:chOff x="1524000" y="381000"/>
          <a:chExt cx="16764000" cy="33528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3812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667000"/>
            <a:ext cx="1524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0480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3812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667000"/>
            <a:ext cx="1524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0480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714750"/>
          <a:chOff x="1524000" y="381000"/>
          <a:chExt cx="16764000" cy="371475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9527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3337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9">
  <a:themeElements>
    <a:clrScheme name="Theme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9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2026-07-31T11:23:19Z</dcterms:created>
  <dcterms:modified xsi:type="dcterms:W3CDTF">2026-07-31T11:23:19Z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