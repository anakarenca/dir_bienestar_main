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presProps" Target="presProps.xml"/>
  <Relationship Id="rId15" Type="http://schemas.openxmlformats.org/officeDocument/2006/relationships/viewProps" Target="viewProps.xml"/>
  <Relationship Id="rId1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5330210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ndo_17863112401.png"/>
  <Relationship Id="rId3" Type="http://schemas.openxmlformats.org/officeDocument/2006/relationships/image" Target="../media/fondo_pptx_portada2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ugar_17863112403.jpg"/>
  <Relationship Id="rId3" Type="http://schemas.openxmlformats.org/officeDocument/2006/relationships/image" Target="../media/maps_17863112404.png"/>
  <Relationship Id="rId4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857250"/>
          <a:ext cx="9144000" cy="6000750"/>
          <a:chOff x="0" y="857250"/>
          <a:chExt cx="9144000" cy="600075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3450"/>
            <a:ext cx="9144000" cy="4991100"/>
          </a:xfrm>
          <a:prstGeom prst="rect">
            <a:avLst/>
          </a:prstGeom>
        </p:spPr>
      </p:pic>
      <p:pic>
        <p:nvPicPr>
          <p:cNvPr id="2" name="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"/>
          <p:cNvSpPr txBox="1"/>
          <p:nvPr/>
        </p:nvSpPr>
        <p:spPr>
          <a:xfrm>
            <a:off x="647700" y="1076325"/>
            <a:ext cx="7848600" cy="8667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arpeta prueba difundir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239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probado: MTRA. ANDREA MA. DEL ROCÍO MERLOS NÁJER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6482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: Candelario Martínez García 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3800475"/>
          <a:chOff x="542925" y="762000"/>
          <a:chExt cx="8610600" cy="38004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ínea de acción PbRM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fundir y promocionar productos artesanales ind?genas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PbRM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8286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omover, preservar y fortalecer la lengua originaria, la cultura, usos, costumbres y formas de
organización de las comunidades indígenas del municipio de Toluca, generando vínculos efectivos con
los tres niveles de gobierno para impulsar su desarrollo integral, combatir la pobreza, la
marginación y la desigualdad, y así mejorar su calidad de vida. 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7813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9432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bjetivo Prueba del event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33528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Beneficiario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35147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6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24000"/>
          <a:chOff x="542925" y="762000"/>
          <a:chExt cx="8610600" cy="1524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4981575"/>
          <a:chOff x="542925" y="762000"/>
          <a:chExt cx="8610600" cy="49815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ech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26-08-09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Horar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:00 - 18:00:0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228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ug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390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n Sn Int. Sn CP 50260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809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Vestiment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2971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ormal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42925" y="33813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42925" y="35433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ordinador nombre 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42925" y="39624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542925" y="41243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ndelario Martínez García 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542925" y="45339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542925" y="46958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9 h 0 min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581650"/>
          <a:chOff x="542925" y="762000"/>
          <a:chExt cx="8610600" cy="55816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257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rección: Sn Sn Int. Sn CP 5026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3716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555555">
                    <a:alpha val="100.00%"/>
                  </a:srgbClr>
                </a:solidFill>
                <a:latin typeface="Aptos"/>
              </a:rPr>
              <a:t><![CDATA[Mapa: https://maps.app.goo.gl/UptmhF9JfEvRjHm86]]></a:t>
            </a:r>
          </a:p>
        </p:txBody>
      </p:sp>
      <p:pic>
        <p:nvPicPr>
          <p:cNvPr id="4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2619375"/>
            <a:ext cx="3600450" cy="2028825"/>
          </a:xfrm>
          <a:prstGeom prst="rect">
            <a:avLst/>
          </a:prstGeom>
        </p:spPr>
      </p:pic>
      <p:pic>
        <p:nvPicPr>
          <p:cNvPr id="5" name="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875" y="1695450"/>
            <a:ext cx="3152775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2324100"/>
          <a:chOff x="542925" y="762000"/>
          <a:chExt cx="8610600" cy="23241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rden del dí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485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Hor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276475" y="1104900"/>
            <a:ext cx="26574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91100" y="1104900"/>
            <a:ext cx="22669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15200" y="1104900"/>
            <a:ext cx="1104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3239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09:50]]></a:t>
            </a:r>
          </a:p>
        </p:txBody>
      </p:sp>
      <p:sp>
        <p:nvSpPr>
          <p:cNvPr id="7" name=""/>
          <p:cNvSpPr txBox="1"/>
          <p:nvPr/>
        </p:nvSpPr>
        <p:spPr>
          <a:xfrm>
            <a:off x="2276475" y="13239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ici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991100" y="13239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esu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7315200" y="13239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50 mi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733425" y="153352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50 - 12:20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2276475" y="153352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ct 1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991100" y="153352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azmin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7315200" y="153352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50 min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733425" y="17430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2:20 - 14:50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2276475" y="17430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ct 2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991100" y="17430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scar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7315200" y="17430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50 min]]></a:t>
            </a:r>
          </a:p>
        </p:txBody>
      </p:sp>
      <p:sp>
        <p:nvSpPr>
          <p:cNvPr id="18" name=""/>
          <p:cNvSpPr txBox="1"/>
          <p:nvPr/>
        </p:nvSpPr>
        <p:spPr>
          <a:xfrm>
            <a:off x="733425" y="195262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4:50 - 17:20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2276475" y="195262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ct 3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991100" y="195262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scar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7315200" y="195262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50 min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733425" y="21621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7:20 - 18:00]]></a:t>
            </a:r>
          </a:p>
        </p:txBody>
      </p:sp>
      <p:sp>
        <p:nvSpPr>
          <p:cNvPr id="23" name=""/>
          <p:cNvSpPr txBox="1"/>
          <p:nvPr/>
        </p:nvSpPr>
        <p:spPr>
          <a:xfrm>
            <a:off x="2276475" y="21621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in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4991100" y="21621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ofia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315200" y="21621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40 min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667375"/>
          <a:chOff x="542925" y="762000"/>
          <a:chExt cx="8610600" cy="56673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resi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47700" y="1152525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Ilustración del acomodo de presidium no
disponible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9102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*. Lcdo. Ricardo Moreno Basti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39102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esidente Municipal
Constitucional de Toluc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5797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1. Pers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65797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Per1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39102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2. Pers2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39102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Per2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65797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3. 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65797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4391025" y="5467350"/>
            <a:ext cx="40290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aestra de ceremonias: Maestra Ceremonia Pruebas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905000"/>
          <a:chOff x="542925" y="762000"/>
          <a:chExt cx="8610600" cy="1905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ERSONAS INVITADA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°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69246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Persona invita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447800" y="132397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ersInv1
Cargo PersInv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53352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447800" y="153352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ersInv2
Cargo PersInv2]]></a:t>
            </a:r>
          </a:p>
        </p:txBody>
      </p:sp>
      <p:sp>
        <p:nvSpPr>
          <p:cNvPr id="8" name=""/>
          <p:cNvSpPr txBox="1"/>
          <p:nvPr/>
        </p:nvSpPr>
        <p:spPr>
          <a:xfrm>
            <a:off x="733425" y="17430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447800" y="174307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ersInv3
Cargo PersInv3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905000"/>
          <a:chOff x="542925" y="762000"/>
          <a:chExt cx="8610600" cy="1905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Módulos de jornad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34671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titu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81575" y="1104900"/>
            <a:ext cx="34004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Servic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447800" y="1323975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1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981575" y="1323975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Institucion1]]></a:t>
            </a:r>
          </a:p>
        </p:txBody>
      </p:sp>
      <p:sp>
        <p:nvSpPr>
          <p:cNvPr id="8" name=""/>
          <p:cNvSpPr txBox="1"/>
          <p:nvPr/>
        </p:nvSpPr>
        <p:spPr>
          <a:xfrm>
            <a:off x="733425" y="153352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447800" y="1533525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2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4981575" y="1533525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Institucion2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733425" y="17430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1447800" y="1743075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3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4981575" y="1743075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Institucion3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790700"/>
          <a:chOff x="542925" y="762000"/>
          <a:chExt cx="8610600" cy="17907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24802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omunicación Social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810250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rección General de Administrac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76275" y="1400175"/>
            <a:ext cx="25050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
1  Mesas cortas
   0.70 x 0.50 Metros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248025" y="1400175"/>
            <a:ext cx="25050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Back
   3.05 x 9.76 m Estructura
1  Banner
   80 x 1.80 cm Medida Estand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810250" y="1400175"/>
            <a:ext cx="25050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Carpa
   10 x 20 Metros
1  Mampara
   7.62 x 2.59 x 30 Centímetros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438775"/>
          <a:chOff x="542925" y="762000"/>
          <a:chExt cx="8610600" cy="54387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5292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Evento y ubica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76275" y="1400175"/>
            <a:ext cx="36099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
1  Mesas cortas
   0.70 x 0.50 Metro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352925" y="1400175"/>
            <a:ext cx="36099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Carpeta prueba difundir
Día: 09 de agosto de 2026
Horario: 09:00:00 - 18:00:00 horas
Ubicación: Sn Sn Int. Sn CP 5026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47700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47700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8" name=""/>
          <p:cNvSpPr txBox="1"/>
          <p:nvPr/>
        </p:nvSpPr>
        <p:spPr>
          <a:xfrm>
            <a:off x="647700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ndelario Martínez García 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47700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efe del Departamento de Asuntos Indígenas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47700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676775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676775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4676775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Lcdo. Marco Antonio Guadarrama López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4676775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4676775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 Validado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54">
  <a:themeElements>
    <a:clrScheme name="Theme5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54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54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2026-08-09T22:18:57Z</dcterms:created>
  <dcterms:modified xsi:type="dcterms:W3CDTF">2026-08-09T22:18:57Z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