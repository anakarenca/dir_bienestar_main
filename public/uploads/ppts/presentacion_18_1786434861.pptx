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113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4856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1525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4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4162425"/>
          <a:chOff x="542925" y="1152525"/>
          <a:chExt cx="8610600" cy="4162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31432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3051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7147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8766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04975"/>
          <a:chOff x="542925" y="1152525"/>
          <a:chExt cx="8610600" cy="1704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hgiuhbinkjknmpñl,´{ñplmolñml, hinmkmlñmlñmmlmlñmm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162550"/>
          <a:chOff x="542925" y="1152525"/>
          <a:chExt cx="8610600" cy="51625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4098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5717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990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152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562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724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4143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305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714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876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762625"/>
          <a:chOff x="542925" y="1152525"/>
          <a:chExt cx="8610600" cy="57626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55257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7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8764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847975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2181225"/>
          <a:chOff x="542925" y="1152525"/>
          <a:chExt cx="8610600" cy="21812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285875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285875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285875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04950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504950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od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504950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Jorge Leonardo Espinoza López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504950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8097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30 - 17:5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8097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8097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8097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20193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5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20193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20193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20193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667375"/>
          <a:chOff x="542925" y="1152525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25730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A KAREN CARMONA AVIL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666875"/>
          <a:chOff x="542925" y="1152525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50495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666875"/>
          <a:chOff x="542925" y="1152525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285875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504950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504950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71650"/>
          <a:chOff x="542925" y="1152525"/>
          <a:chExt cx="8610600" cy="17716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 Digital
   16:9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Planta de luz
   Unidade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438775"/>
          <a:chOff x="542925" y="1152525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504950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504950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
Día: 30 de septiem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3">
  <a:themeElements>
    <a:clrScheme name="Theme6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2026-08-11T07:54:21Z</dcterms:created>
  <dcterms:modified xsi:type="dcterms:W3CDTF">2026-08-11T07:54:21Z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