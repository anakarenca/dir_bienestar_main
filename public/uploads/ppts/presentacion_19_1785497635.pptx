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390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10-0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57600"/>
          <a:chOff x="1524000" y="381000"/>
          <a:chExt cx="16764000" cy="3657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        Actividad                                          Responsable                                        Duración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Inicio                                             ID: 2                                              200 min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Otro                                               Nancy                                              300 min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3909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Fin                                                Oscar2                                             40 min           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7858125"/>
          <a:chOff x="1524000" y="381000"/>
          <a:chExt cx="16764000" cy="7858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524625" y="4333875"/>
            <a:ext cx="1047750" cy="10477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805369" y="4905375"/>
            <a:ext cx="1047750" cy="10477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572375" y="5323742"/>
            <a:ext cx="1047750" cy="10477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429625" y="4143375"/>
            <a:ext cx="1428750" cy="142875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9667875" y="5323742"/>
            <a:ext cx="1047750" cy="10477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0434881" y="4905375"/>
            <a:ext cx="1047750" cy="10477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715625" y="4333875"/>
            <a:ext cx="1047750" cy="10477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7524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ó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2">
  <a:themeElements>
    <a:clrScheme name="Theme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2026-07-31T11:33:55Z</dcterms:created>
  <dcterms:modified xsi:type="dcterms:W3CDTF">2026-07-31T11:33:55Z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