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538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437343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73933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575"/>
            <a:ext cx="9144000" cy="603885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667000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6">
  <a:themeElements>
    <a:clrScheme name="Theme9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6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2026-08-11T09:05:11Z</dcterms:created>
  <dcterms:modified xsi:type="dcterms:W3CDTF">2026-08-11T09:05:11Z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