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presProps" Target="presProps.xml"/>
  <Relationship Id="rId16" Type="http://schemas.openxmlformats.org/officeDocument/2006/relationships/viewProps" Target="viewProps.xml"/>
  <Relationship Id="rId1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4512284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1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17716500" cy="2286000"/>
          <a:chOff x="571500" y="381000"/>
          <a:chExt cx="17716500" cy="22860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17145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60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Coordinar la instalación e integración del Consejo Municipal de Población (COMUPO).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333500"/>
            <a:ext cx="17145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ción de Apoyo Técnic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42875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 de entrega: 2026-07-30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71500" y="190500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Responsable: Mtro. Omar Ruiz Castillo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17716500" cy="2667000"/>
          <a:chOff x="571500" y="381000"/>
          <a:chExt cx="17716500" cy="26670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17145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33350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Línea de acción PbRM: Coordinar la instalación e integración del Consejo Municipal de Población (COMUPO)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80975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Objetivo del Evento: Propósito prueb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71500" y="228600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úmero de beneficiarios: 2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17716500" cy="1714500"/>
          <a:chOff x="571500" y="381000"/>
          <a:chExt cx="17716500" cy="17145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17145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33350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jus p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17716500" cy="4000500"/>
          <a:chOff x="571500" y="381000"/>
          <a:chExt cx="17716500" cy="40005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17145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33350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: 2026-10-01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71450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ora inicio: 09:00:00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71500" y="209550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Lugar: Plaz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71500" y="247650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Vestimenta: Formal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285750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uración: 9 hora(s)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23850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ción: abcdefg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361950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Responsable: Mtro. Omar Ruiz Castillo - Coordinación de Apoyo Técnico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17716500" cy="2095500"/>
          <a:chOff x="571500" y="381000"/>
          <a:chExt cx="17716500" cy="20955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17145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33350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71450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Google Maps: https://maps.app.goo.gl/AHaCLWAP6hxhuECS9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17716500" cy="3848100"/>
          <a:chOff x="571500" y="381000"/>
          <a:chExt cx="17716500" cy="38481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17145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0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Orden del Día - Programa Protocolari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476500"/>
            <a:ext cx="14287500" cy="3048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Hora Inicio          Actividad                           Responsable               Duración (min)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2857500"/>
            <a:ext cx="142875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09:00                Inicio                              ID: 2                     200 mi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3200400"/>
            <a:ext cx="142875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2:20                Otro                                Nancy                     300 mi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3543300"/>
            <a:ext cx="142875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7:20                Fin                                 Oscar2                    40 min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17716500" cy="5581650"/>
          <a:chOff x="571500" y="381000"/>
          <a:chExt cx="17716500" cy="558165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17145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Presí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3429000" y="2476500"/>
            <a:ext cx="9525000" cy="3048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Nombre                         Carg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429000" y="2857500"/>
            <a:ext cx="9525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Peter                          carg peter]]></a:t>
            </a:r>
          </a:p>
        </p:txBody>
      </p:sp>
      <p:sp>
        <p:nvSpPr>
          <p:cNvPr id="4" name=""/>
          <p:cNvSpPr txBox="1"/>
          <p:nvPr/>
        </p:nvSpPr>
        <p:spPr>
          <a:xfrm>
            <a:off x="3429000" y="3200400"/>
            <a:ext cx="9525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Sofia                          Puesto sofu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3429000" y="3543300"/>
            <a:ext cx="9525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Ann                            cargo an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429000" y="3886200"/>
            <a:ext cx="9525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alem                          cargo Halem]]></a:t>
            </a:r>
          </a:p>
        </p:txBody>
      </p:sp>
      <p:sp>
        <p:nvSpPr>
          <p:cNvPr id="7" name=""/>
          <p:cNvSpPr txBox="1"/>
          <p:nvPr/>
        </p:nvSpPr>
        <p:spPr>
          <a:xfrm>
            <a:off x="3429000" y="4229100"/>
            <a:ext cx="9525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ancy Espinosa Nute            Cargo Na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429000" y="4572000"/>
            <a:ext cx="9525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                               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71500" y="520065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17716500" cy="3505200"/>
          <a:chOff x="571500" y="381000"/>
          <a:chExt cx="17716500" cy="35052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17145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Invitado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2476500" y="2476500"/>
            <a:ext cx="11430000" cy="3048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Nombre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Carg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476500" y="2857500"/>
            <a:ext cx="11430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2476500" y="3200400"/>
            <a:ext cx="11430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17716500" cy="3162300"/>
          <a:chOff x="571500" y="381000"/>
          <a:chExt cx="17716500" cy="31623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17145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Módulos Jornada Integral]]></a:t>
            </a:r>
          </a:p>
        </p:txBody>
      </p:sp>
      <p:sp>
        <p:nvSpPr>
          <p:cNvPr id="2" name=""/>
          <p:cNvSpPr txBox="1"/>
          <p:nvPr/>
        </p:nvSpPr>
        <p:spPr>
          <a:xfrm>
            <a:off x="2476500" y="2476500"/>
            <a:ext cx="11430000" cy="3048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Institución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Servici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476500" y="2857500"/>
            <a:ext cx="11430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17716500" cy="3162300"/>
          <a:chOff x="571500" y="381000"/>
          <a:chExt cx="17716500" cy="31623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17145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0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Requerimientos Operativ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219075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ternos: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476500" y="2476500"/>
            <a:ext cx="11430000" cy="3048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Cant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Insum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Medida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Un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2476500" y="2857500"/>
            <a:ext cx="11430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71500" y="219075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Externos:]]></a:t>
            </a:r>
          </a:p>
        </p:txBody>
      </p:sp>
      <p:sp>
        <p:nvSpPr>
          <p:cNvPr id="6" name=""/>
          <p:cNvSpPr txBox="1"/>
          <p:nvPr/>
        </p:nvSpPr>
        <p:spPr>
          <a:xfrm>
            <a:off x="2476500" y="2476500"/>
            <a:ext cx="11430000" cy="3048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Cant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Insum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Medida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Un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476500" y="2857500"/>
            <a:ext cx="11430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17716500" cy="3714750"/>
          <a:chOff x="571500" y="381000"/>
          <a:chExt cx="17716500" cy="371475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17145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0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Requerimientos Finales y Firma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33350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Evento: Coordinar la instalación e integración del Consejo Municipal de Población (COMUPO)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71450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ía: 2026-10-01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71500" y="209550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orario: 09:00:00 - 18:00:00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71500" y="247650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Ubicación: Constituyentes Sn Int. Sn CP 5015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295275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 1: Mtro. Omar Ruiz Castillo - Coordinador de Apoyo Técnic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33375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 2: Lcdo. Marco Antonio Guadarrama López - Delegado Administrativ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41">
  <a:themeElements>
    <a:clrScheme name="Theme4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41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41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2026-07-31T11:06:51Z</dcterms:created>
  <dcterms:modified xsi:type="dcterms:W3CDTF">2026-07-31T11:06:51Z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