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000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0877931.jpe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0"/>
            <a:ext cx="2905125" cy="68580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895850" y="1695450"/>
            <a:ext cx="35623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 Google Maps no disponibl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An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Halem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Halem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665797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5. Nancy Espinosa Nut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65797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a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391025" y="381952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6. 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391025" y="407670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63817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63817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
Municipal de Población (COMUPO).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8">
  <a:themeElements>
    <a:clrScheme name="Theme4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8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2026-08-11T07:35:26Z</dcterms:created>
  <dcterms:modified xsi:type="dcterms:W3CDTF">2026-08-11T07:35:26Z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