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408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7793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71625"/>
          <a:chOff x="542925" y="762000"/>
          <a:chExt cx="8610600" cy="15716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Sofi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Halem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Nancy Espinosa Nute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x 20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.05 x 9.76 m 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
López - Delegado Administrativo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etr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
del Consejo Municipal de Población (COMUPO).
Día: 2026-10-01
Horario: 09:00:00 - 18:00:00 horas
Ubicación: Constituyentes Sn Int. Sn CP 50150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7">
  <a:themeElements>
    <a:clrScheme name="Theme9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2026-08-07T07:30:11Z</dcterms:created>
  <dcterms:modified xsi:type="dcterms:W3CDTF">2026-08-07T07:30:11Z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