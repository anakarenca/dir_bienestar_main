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presProps" Target="presProps.xml"/>
  <Relationship Id="rId19" Type="http://schemas.openxmlformats.org/officeDocument/2006/relationships/viewProps" Target="viewProps.xml"/>
  <Relationship Id="rId20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103655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2.png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3.png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4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647700" y="1076325"/>
          <a:ext cx="8496300" cy="2600325"/>
          <a:chOff x="647700" y="1076325"/>
          <a:chExt cx="8496300" cy="2600325"/>
        </a:xfrm>
      </p:grpSpPr>
      <p:sp>
        <p:nvSpPr>
          <p:cNvPr id="1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ueba de plantill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257550"/>
          <a:chOff x="542925" y="762000"/>
          <a:chExt cx="8610600" cy="32575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71625"/>
          <a:chOff x="542925" y="762000"/>
          <a:chExt cx="8610600" cy="157162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162550"/>
          <a:chOff x="542925" y="762000"/>
          <a:chExt cx="8610600" cy="51625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09:3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ividad de prueba con contenido suficientemente
largo para validar el ajuste automático de texto
en la tabla número 1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 prueba 1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876425"/>
            <a:ext cx="148590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09:3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876425"/>
            <a:ext cx="2657475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ividad de prueba con contenido suficientemente
largo para validar el ajuste automático de texto
en la tabla número 2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876425"/>
            <a:ext cx="226695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 prueba 2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876425"/>
            <a:ext cx="110490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2428875"/>
            <a:ext cx="148590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09:3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2428875"/>
            <a:ext cx="2657475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ividad de prueba con contenido suficientemente
largo para validar el ajuste automático de texto
en la tabla número 3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2428875"/>
            <a:ext cx="226695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 prueba 3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2428875"/>
            <a:ext cx="110490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 min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733425" y="2990850"/>
            <a:ext cx="148590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09:30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2276475" y="2990850"/>
            <a:ext cx="2657475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ividad de prueba con contenido suficientemente
largo para validar el ajuste automático de texto
en la tabla número 4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991100" y="2990850"/>
            <a:ext cx="226695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 prueba 4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7315200" y="2990850"/>
            <a:ext cx="110490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 min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733425" y="3543300"/>
            <a:ext cx="148590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09:30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2276475" y="3543300"/>
            <a:ext cx="2657475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ividad de prueba con contenido suficientemente
largo para validar el ajuste automático de texto
en la tabla número 5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4991100" y="3543300"/>
            <a:ext cx="226695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 prueba 5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315200" y="3543300"/>
            <a:ext cx="110490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 min]]></a:t>
            </a:r>
          </a:p>
        </p:txBody>
      </p:sp>
      <p:sp>
        <p:nvSpPr>
          <p:cNvPr id="26" name=""/>
          <p:cNvSpPr txBox="1"/>
          <p:nvPr/>
        </p:nvSpPr>
        <p:spPr>
          <a:xfrm>
            <a:off x="733425" y="4095750"/>
            <a:ext cx="148590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09:30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2276475" y="4095750"/>
            <a:ext cx="2657475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ividad de prueba con contenido suficientemente
largo para validar el ajuste automático de texto
en la tabla número 6]]></a:t>
            </a:r>
          </a:p>
        </p:txBody>
      </p:sp>
      <p:sp>
        <p:nvSpPr>
          <p:cNvPr id="28" name=""/>
          <p:cNvSpPr txBox="1"/>
          <p:nvPr/>
        </p:nvSpPr>
        <p:spPr>
          <a:xfrm>
            <a:off x="4991100" y="4095750"/>
            <a:ext cx="226695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 prueba 6]]></a:t>
            </a:r>
          </a:p>
        </p:txBody>
      </p:sp>
      <p:sp>
        <p:nvSpPr>
          <p:cNvPr id="29" name=""/>
          <p:cNvSpPr txBox="1"/>
          <p:nvPr/>
        </p:nvSpPr>
        <p:spPr>
          <a:xfrm>
            <a:off x="7315200" y="4095750"/>
            <a:ext cx="110490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 min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733425" y="4648200"/>
            <a:ext cx="148590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09:30]]></a:t>
            </a:r>
          </a:p>
        </p:txBody>
      </p:sp>
      <p:sp>
        <p:nvSpPr>
          <p:cNvPr id="31" name=""/>
          <p:cNvSpPr txBox="1"/>
          <p:nvPr/>
        </p:nvSpPr>
        <p:spPr>
          <a:xfrm>
            <a:off x="2276475" y="4648200"/>
            <a:ext cx="2657475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ividad de prueba con contenido suficientemente
largo para validar el ajuste automático de texto
en la tabla número 7]]></a:t>
            </a:r>
          </a:p>
        </p:txBody>
      </p:sp>
      <p:sp>
        <p:nvSpPr>
          <p:cNvPr id="32" name=""/>
          <p:cNvSpPr txBox="1"/>
          <p:nvPr/>
        </p:nvSpPr>
        <p:spPr>
          <a:xfrm>
            <a:off x="4991100" y="4648200"/>
            <a:ext cx="226695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 prueba 7]]></a:t>
            </a:r>
          </a:p>
        </p:txBody>
      </p:sp>
      <p:sp>
        <p:nvSpPr>
          <p:cNvPr id="33" name=""/>
          <p:cNvSpPr txBox="1"/>
          <p:nvPr/>
        </p:nvSpPr>
        <p:spPr>
          <a:xfrm>
            <a:off x="7315200" y="4648200"/>
            <a:ext cx="110490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057650"/>
          <a:chOff x="542925" y="762000"/>
          <a:chExt cx="8610600" cy="40576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09:3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ividad de prueba con contenido suficientemente
largo para validar el ajuste automático de texto
en la tabla número 8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 prueba 8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876425"/>
            <a:ext cx="148590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09:3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876425"/>
            <a:ext cx="2657475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ividad de prueba con contenido suficientemente
largo para validar el ajuste automático de texto
en la tabla número 9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876425"/>
            <a:ext cx="226695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 prueba 9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876425"/>
            <a:ext cx="110490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2428875"/>
            <a:ext cx="148590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09:3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2428875"/>
            <a:ext cx="2657475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ividad de prueba con contenido suficientemente
largo para validar el ajuste automático de texto
en la tabla número 10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2428875"/>
            <a:ext cx="226695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 prueba 10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2428875"/>
            <a:ext cx="110490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 min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733425" y="2990850"/>
            <a:ext cx="148590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09:30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2276475" y="2990850"/>
            <a:ext cx="2657475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ividad de prueba con contenido suficientemente
largo para validar el ajuste automático de texto
en la tabla número 11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991100" y="2990850"/>
            <a:ext cx="226695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 prueba 11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7315200" y="2990850"/>
            <a:ext cx="110490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 min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733425" y="3543300"/>
            <a:ext cx="148590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09:30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2276475" y="3543300"/>
            <a:ext cx="2657475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ividad de prueba con contenido suficientemente
largo para validar el ajuste automático de texto
en la tabla número 12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4991100" y="3543300"/>
            <a:ext cx="226695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 prueba 12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315200" y="3543300"/>
            <a:ext cx="1104900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 min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Persona de prueb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de prueb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152775"/>
          <a:chOff x="542925" y="762000"/>
          <a:chExt cx="8610600" cy="3152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1
Cargo institucional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47800" y="153352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2
Cargo institucional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33425" y="17430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447800" y="17430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3
Cargo institucion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9526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447800" y="195262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4
Cargo institucional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733425" y="21621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5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447800" y="21621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5
Cargo institucional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23717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6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1447800" y="237172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6
Cargo institucional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733425" y="25812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7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1447800" y="25812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7
Cargo institucional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733425" y="27908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8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1447800" y="279082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8
Cargo institucional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733425" y="2990850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1447800" y="2990850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9
Cargo institucional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714500"/>
          <a:chOff x="542925" y="762000"/>
          <a:chExt cx="8610600" cy="17145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
información
registrada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intern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0953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885950" y="1104900"/>
            <a:ext cx="3648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591175" y="1104900"/>
            <a:ext cx="27908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10953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885950" y="1323975"/>
            <a:ext cx="36480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terial de prueb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591175" y="1323975"/>
            <a:ext cx="27908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Talleres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90675"/>
          <a:chOff x="542925" y="762000"/>
          <a:chExt cx="8610600" cy="15906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extern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0953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885950" y="1104900"/>
            <a:ext cx="3648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591175" y="1104900"/>
            <a:ext cx="27908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10953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
registrada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885950" y="1323975"/>
            <a:ext cx="3648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591175" y="1323975"/>
            <a:ext cx="279082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90675"/>
          <a:chOff x="542925" y="762000"/>
          <a:chExt cx="8610600" cy="15906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de comunicación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0953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885950" y="1104900"/>
            <a:ext cx="3648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591175" y="1104900"/>
            <a:ext cx="27908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10953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
registrada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885950" y="1323975"/>
            <a:ext cx="3648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591175" y="1323975"/>
            <a:ext cx="279082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43475"/>
          <a:chOff x="542925" y="762000"/>
          <a:chExt cx="8610600" cy="49434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irma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23900" y="1438275"/>
            <a:ext cx="7705725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Prueba de plantill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47700" y="4210050"/>
            <a:ext cx="20193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ción del Event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47700" y="4657725"/>
            <a:ext cx="20193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495675" y="4210050"/>
            <a:ext cx="20193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495675" y="4657725"/>
            <a:ext cx="20193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6124575" y="4210050"/>
            <a:ext cx="20193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124575" y="4657725"/>
            <a:ext cx="20193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533775"/>
          <a:chOff x="542925" y="762000"/>
          <a:chExt cx="8610600" cy="3533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7665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76275" y="139065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00175" y="1390650"/>
            <a:ext cx="1809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3267075" y="1390650"/>
            <a:ext cx="10191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76275" y="16097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00175" y="1609725"/>
            <a:ext cx="1809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terial de prueb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67075" y="1609725"/>
            <a:ext cx="10191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Tallere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676775" y="1152525"/>
            <a:ext cx="33147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Eventos y ubicació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676775" y="1371600"/>
            <a:ext cx="3314700" cy="2162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Prueba de plantilla
Día: 
Horario:  horas
Ubicación: 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35">
  <a:themeElements>
    <a:clrScheme name="Theme3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5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15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2026-08-07T07:23:02Z</dcterms:created>
  <dcterms:modified xsi:type="dcterms:W3CDTF">2026-08-07T07:23:02Z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