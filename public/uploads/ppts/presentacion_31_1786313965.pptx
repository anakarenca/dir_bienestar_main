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3023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2026-08-09T22:19:25Z</dcterms:created>
  <dcterms:modified xsi:type="dcterms:W3CDTF">2026-08-09T22:19:25Z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