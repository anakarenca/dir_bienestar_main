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10369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3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257550"/>
          <a:chOff x="542925" y="762000"/>
          <a:chExt cx="8610600" cy="32575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71625"/>
          <a:chOff x="542925" y="762000"/>
          <a:chExt cx="8610600" cy="157162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Sofi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Ann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Halem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Nancy Espinosa Nute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0 x 20 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0953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885950" y="1104900"/>
            <a:ext cx="3648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591175" y="1104900"/>
            <a:ext cx="27908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10953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885950" y="1323975"/>
            <a:ext cx="36480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591175" y="1323975"/>
            <a:ext cx="27908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.05 x 9.76 m Estructura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43475"/>
          <a:chOff x="542925" y="762000"/>
          <a:chExt cx="8610600" cy="4943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4956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4956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124575" y="4210050"/>
            <a:ext cx="20193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124575" y="4657725"/>
            <a:ext cx="2019300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
López - Delegado Administrativo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533775"/>
          <a:chOff x="542925" y="762000"/>
          <a:chExt cx="8610600" cy="3533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7665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76275" y="139065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00175" y="1390650"/>
            <a:ext cx="1809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3267075" y="1390650"/>
            <a:ext cx="1019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mens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76275" y="16097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00175" y="1609725"/>
            <a:ext cx="1809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267075" y="1609725"/>
            <a:ext cx="1019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 Metr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76775" y="1152525"/>
            <a:ext cx="3314700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Eventos y ubicació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676775" y="1371600"/>
            <a:ext cx="3314700" cy="2162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
del Consejo Municipal de Población (COMUPO).
Día: 2026-10-01
Horario: 09:00:00 - 18:00:00 horas
Ubicación: Constituyentes Sn Int. Sn CP 50150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4">
  <a:themeElements>
    <a:clrScheme name="Theme6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2026-08-07T07:23:42Z</dcterms:created>
  <dcterms:modified xsi:type="dcterms:W3CDTF">2026-08-07T07:23:42Z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