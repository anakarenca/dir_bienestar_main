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458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8289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Administrador Sistem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SDF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24025"/>
          <a:chOff x="542925" y="762000"/>
          <a:chExt cx="8610600" cy="17240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485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on varia, Justificacion varia, Justificacion varia, Justificacion varia,
Justificacion varia, Justificacion varia, Justificacion varia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6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nombre Sn Int. Sn CP 5020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71625"/>
          <a:chOff x="542925" y="762000"/>
          <a:chExt cx="8610600" cy="15716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in nombre Sn Int. Sn CP 5020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4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ria 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40 - 16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SSC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6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Nanc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ac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Maria 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Maria 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Halem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especial prueba
cargo prueba persona invitad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 de institucion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etro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885950" y="153352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5591175" y="153352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.70 x 0.5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7.62 x 2.59 x 30 Centímetro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885950" y="153352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5591175" y="153352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1 x 20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.05 x 12.16 m 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
López - Delegado Administrativo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etr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76275" y="1819275"/>
            <a:ext cx="6667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400175" y="1819275"/>
            <a:ext cx="18097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267075" y="1819275"/>
            <a:ext cx="10191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.70 x 0.50 Metros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
del Consejo Municipal de Población (COMUPO).
Día: 2026-08-06
Horario: 09:00:00 - 18:00:00 horas
Ubicación: Sin nombre Sn Int. Sn CP 50200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7">
  <a:themeElements>
    <a:clrScheme name="Theme5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2026-08-07T07:38:28Z</dcterms:created>
  <dcterms:modified xsi:type="dcterms:W3CDTF">2026-08-07T07:38:28Z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