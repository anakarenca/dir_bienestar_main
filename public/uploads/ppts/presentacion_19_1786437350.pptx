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5362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4373431.pn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aps_17864358563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9575"/>
            <a:ext cx="9144000" cy="603885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ltima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69545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pic>
        <p:nvPicPr>
          <p:cNvPr id="5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667000"/>
            <a:ext cx="3562350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Ultima prueba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9">
  <a:themeElements>
    <a:clrScheme name="Theme5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9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2026-08-11T08:35:50Z</dcterms:created>
  <dcterms:modified xsi:type="dcterms:W3CDTF">2026-08-11T08:35:50Z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