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4727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391025" y="381952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391025" y="407670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
Municipal de Población (COMUPO).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4">
  <a:themeElements>
    <a:clrScheme name="Theme6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2026-08-11T06:50:03Z</dcterms:created>
  <dcterms:modified xsi:type="dcterms:W3CDTF">2026-08-11T06:50:03Z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