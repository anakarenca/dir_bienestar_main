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33020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3112401.pn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ugar_17863112403.jpg"/>
  <Relationship Id="rId3" Type="http://schemas.openxmlformats.org/officeDocument/2006/relationships/image" Target="../media/maps_17863112404.png"/>
  <Relationship Id="rId4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57250"/>
          <a:ext cx="9144000" cy="6000750"/>
          <a:chOff x="0" y="857250"/>
          <a:chExt cx="9144000" cy="600075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450"/>
            <a:ext cx="9144000" cy="49911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arpeta prueba difundir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Candelario Martínez García 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800475"/>
          <a:chOff x="542925" y="762000"/>
          <a:chExt cx="8610600" cy="38004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fundir y promocionar productos artesanales ind?genas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8286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mover, preservar y fortalecer la lengua originaria, la cultura, usos, costumbres y formas de
organización de las comunidades indígenas del municipio de Toluca, generando vínculos efectivos con
los tres niveles de gobierno para impulsar su desarrollo integral, combatir la pobreza, la
marginación y la desigualdad, y así mejorar su calidad de vida. 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781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943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bjetivo Prueba del event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3528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5147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6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08-0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n Sn Int. Sn CP 5026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dor nombre 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ndelario Martínez García 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Sn Sn Int. Sn CP 5026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UptmhF9JfEvRjHm86]]></a:t>
            </a:r>
          </a:p>
        </p:txBody>
      </p:sp>
      <p:pic>
        <p:nvPicPr>
          <p:cNvPr id="4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619375"/>
            <a:ext cx="3600450" cy="2028825"/>
          </a:xfrm>
          <a:prstGeom prst="rect">
            <a:avLst/>
          </a:prstGeom>
        </p:spPr>
      </p:pic>
      <p:pic>
        <p:nvPicPr>
          <p:cNvPr id="5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5" y="1695450"/>
            <a:ext cx="3152775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2324100"/>
          <a:chOff x="542925" y="762000"/>
          <a:chExt cx="8610600" cy="23241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5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esu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5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50 - 12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1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azmin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4:5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2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733425" y="19526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4:50 - 17:20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2276475" y="19526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3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991100" y="19526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7315200" y="19526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733425" y="21621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2276475" y="21621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4991100" y="21621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ofia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315200" y="21621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rs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Per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Pers2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Per2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Ceremonia Pruebas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1
Cargo PersInv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2
Cargo PersInv2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7430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447800" y="17430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3
Cargo PersInv3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1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447800" y="153352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2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981575" y="153352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2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733425" y="17430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447800" y="17430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3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981575" y="17430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3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790700"/>
          <a:chOff x="542925" y="762000"/>
          <a:chExt cx="8610600" cy="17907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
1  Mesas cortas
   0.70 x 0.5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
1  Banner
   80 x 1.80 cm Medida Estand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
1  Mampara
   7.62 x 2.59 x 30 Centí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
1  Mesas cortas
   0.70 x 0.5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arpeta prueba difundir
Día: 09 de agosto de 2026
Horario: 09:00:00 - 18:00:00 horas
Ubicación: Sn Sn Int. Sn CP 5026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ndelario Martínez García 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efe del Departamento de Asuntos Indígenas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1">
  <a:themeElements>
    <a:clrScheme name="Theme8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1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2026-08-09T22:18:55Z</dcterms:created>
  <dcterms:modified xsi:type="dcterms:W3CDTF">2026-08-09T22:18:55Z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