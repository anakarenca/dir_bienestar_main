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viewProps.xml" ContentType="application/vnd.openxmlformats-officedocument.presentationml.viewProps+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slideLayouts/slideLayout1.xml" ContentType="application/vnd.openxmlformats-officedocument.presentationml.slideLayout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Default Extension="gif" ContentType="image/gif"/>
  <Default Extension="jpg" ContentType="image/jpeg"/>
  <Default Extension="jpeg" ContentType="image/jpeg"/>
  <Default Extension="png" ContentType="image/png"/>
  <Default Extension="xlsx" ContentType="application/vnd.openxmlformats-officedocument.spreadsheetml.sheet"/>
</Types>
</file>

<file path=_rels/.rels><?xml version="1.0" encoding="UTF-8" standalone="yes"?>
<Relationships xmlns="http://schemas.openxmlformats.org/package/2006/relationships">
  <Relationship Id="rId1" Type="http://schemas.openxmlformats.org/officeDocument/2006/relationships/officeDocument" Target="ppt/presentation.xml"/>
  <Relationship Id="rId2" Type="http://schemas.openxmlformats.org/package/2006/relationships/metadata/core-properties" Target="docProps/core.xml"/>
  <Relationship Id="rId3" Type="http://schemas.openxmlformats.org/officeDocument/2006/relationships/extended-properties" Target="docProps/app.xml"/>
  <Relationship Id="rId4" Type="http://schemas.openxmlformats.org/officeDocument/2006/relationships/custom-properties" Target="docProps/custom.xml"/>
</Relationships>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5" r:id="rId12"/>
    <p:sldId id="266" r:id="rId13"/>
  </p:sldIdLst>
  <p:sldSz cx="9144000" cy="6858000" type="screen4x3"/>
  <p:notesSz cx="6858000" cy="9144000"/>
  <p:defaultTextStyle>
    <a:defPPr>
      <a:defRPr lang="fr-FR"/>
    </a:defPPr>
    <a:lvl1pPr algn="l" defTabSz="914400" eaLnBrk="1" hangingPunct="1" latinLnBrk="0" marL="0" rtl="0">
      <a:defRPr kern="1200" sz="1800">
        <a:solidFill>
          <a:schemeClr val="tx1"/>
        </a:solidFill>
        <a:latin typeface="+mn-lt"/>
        <a:ea typeface="+mn-ea"/>
        <a:cs typeface="+mn-cs"/>
      </a:defRPr>
    </a:lvl1pPr>
    <a:lvl2pPr algn="l" defTabSz="914400" eaLnBrk="1" hangingPunct="1" latinLnBrk="0" marL="457200" rtl="0">
      <a:defRPr kern="1200" sz="1800">
        <a:solidFill>
          <a:schemeClr val="tx1"/>
        </a:solidFill>
        <a:latin typeface="+mn-lt"/>
        <a:ea typeface="+mn-ea"/>
        <a:cs typeface="+mn-cs"/>
      </a:defRPr>
    </a:lvl2pPr>
    <a:lvl3pPr algn="l" defTabSz="914400" eaLnBrk="1" hangingPunct="1" latinLnBrk="0" marL="914400" rtl="0">
      <a:defRPr kern="1200" sz="1800">
        <a:solidFill>
          <a:schemeClr val="tx1"/>
        </a:solidFill>
        <a:latin typeface="+mn-lt"/>
        <a:ea typeface="+mn-ea"/>
        <a:cs typeface="+mn-cs"/>
      </a:defRPr>
    </a:lvl3pPr>
    <a:lvl4pPr algn="l" defTabSz="914400" eaLnBrk="1" hangingPunct="1" latinLnBrk="0" marL="1371600" rtl="0">
      <a:defRPr kern="1200" sz="1800">
        <a:solidFill>
          <a:schemeClr val="tx1"/>
        </a:solidFill>
        <a:latin typeface="+mn-lt"/>
        <a:ea typeface="+mn-ea"/>
        <a:cs typeface="+mn-cs"/>
      </a:defRPr>
    </a:lvl4pPr>
    <a:lvl5pPr algn="l" defTabSz="914400" eaLnBrk="1" hangingPunct="1" latinLnBrk="0" marL="1828800" rtl="0">
      <a:defRPr kern="1200" sz="1800">
        <a:solidFill>
          <a:schemeClr val="tx1"/>
        </a:solidFill>
        <a:latin typeface="+mn-lt"/>
        <a:ea typeface="+mn-ea"/>
        <a:cs typeface="+mn-cs"/>
      </a:defRPr>
    </a:lvl5pPr>
    <a:lvl6pPr algn="l" defTabSz="914400" eaLnBrk="1" hangingPunct="1" latinLnBrk="0" marL="2286000" rtl="0">
      <a:defRPr kern="1200" sz="1800">
        <a:solidFill>
          <a:schemeClr val="tx1"/>
        </a:solidFill>
        <a:latin typeface="+mn-lt"/>
        <a:ea typeface="+mn-ea"/>
        <a:cs typeface="+mn-cs"/>
      </a:defRPr>
    </a:lvl6pPr>
    <a:lvl7pPr algn="l" defTabSz="914400" eaLnBrk="1" hangingPunct="1" latinLnBrk="0" marL="2743200" rtl="0">
      <a:defRPr kern="1200" sz="1800">
        <a:solidFill>
          <a:schemeClr val="tx1"/>
        </a:solidFill>
        <a:latin typeface="+mn-lt"/>
        <a:ea typeface="+mn-ea"/>
        <a:cs typeface="+mn-cs"/>
      </a:defRPr>
    </a:lvl7pPr>
    <a:lvl8pPr algn="l" defTabSz="914400" eaLnBrk="1" hangingPunct="1" latinLnBrk="0" marL="3200400" rtl="0">
      <a:defRPr kern="1200" sz="1800">
        <a:solidFill>
          <a:schemeClr val="tx1"/>
        </a:solidFill>
        <a:latin typeface="+mn-lt"/>
        <a:ea typeface="+mn-ea"/>
        <a:cs typeface="+mn-cs"/>
      </a:defRPr>
    </a:lvl8pPr>
    <a:lvl9pPr algn="l" defTabSz="914400" eaLnBrk="1" hangingPunct="1" latinLnBrk="0" marL="3657600" rtl="0">
      <a:defRPr kern="1200" sz="18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showComments="0" lastView="sldView">
  <p:slideViewPr>
    <p:cSldViewPr>
      <p:cViewPr>
        <p:scale>
          <a:sx d="100" n="100"/>
          <a:sy d="100" n="100"/>
        </p:scale>
        <p:origin x="0" y="0"/>
      </p:cViewPr>
    </p:cSldViewPr>
  </p:slideViewPr>
</p:viewPr>
</file>

<file path=ppt/_rels/presentation.xml.rels><?xml version="1.0" encoding="UTF-8" standalone="yes"?>
<Relationships xmlns="http://schemas.openxmlformats.org/package/2006/relationships">
  <Relationship Id="rId1" Type="http://schemas.openxmlformats.org/officeDocument/2006/relationships/slideMaster" Target="slideMasters/slideMaster1.xml"/>
  <Relationship Id="rId2" Type="http://schemas.openxmlformats.org/officeDocument/2006/relationships/theme" Target="theme/theme1.xml"/>
  <Relationship Id="rId3" Type="http://schemas.openxmlformats.org/officeDocument/2006/relationships/slide" Target="slides/slide1.xml"/>
  <Relationship Id="rId4" Type="http://schemas.openxmlformats.org/officeDocument/2006/relationships/slide" Target="slides/slide2.xml"/>
  <Relationship Id="rId5" Type="http://schemas.openxmlformats.org/officeDocument/2006/relationships/slide" Target="slides/slide3.xml"/>
  <Relationship Id="rId6" Type="http://schemas.openxmlformats.org/officeDocument/2006/relationships/slide" Target="slides/slide4.xml"/>
  <Relationship Id="rId7" Type="http://schemas.openxmlformats.org/officeDocument/2006/relationships/slide" Target="slides/slide5.xml"/>
  <Relationship Id="rId8" Type="http://schemas.openxmlformats.org/officeDocument/2006/relationships/slide" Target="slides/slide6.xml"/>
  <Relationship Id="rId9" Type="http://schemas.openxmlformats.org/officeDocument/2006/relationships/slide" Target="slides/slide7.xml"/>
  <Relationship Id="rId10" Type="http://schemas.openxmlformats.org/officeDocument/2006/relationships/slide" Target="slides/slide8.xml"/>
  <Relationship Id="rId11" Type="http://schemas.openxmlformats.org/officeDocument/2006/relationships/slide" Target="slides/slide9.xml"/>
  <Relationship Id="rId12" Type="http://schemas.openxmlformats.org/officeDocument/2006/relationships/slide" Target="slides/slide10.xml"/>
  <Relationship Id="rId13" Type="http://schemas.openxmlformats.org/officeDocument/2006/relationships/slide" Target="slides/slide11.xml"/>
  <Relationship Id="rId14" Type="http://schemas.openxmlformats.org/officeDocument/2006/relationships/presProps" Target="presProps.xml"/>
  <Relationship Id="rId15" Type="http://schemas.openxmlformats.org/officeDocument/2006/relationships/viewProps" Target="viewProps.xml"/>
  <Relationship Id="rId16" Type="http://schemas.openxmlformats.org/officeDocument/2006/relationships/tableStyles" Target="tableStyles.xml"/>
</Relationships>

</file>

<file path=ppt/slideLayouts/_rels/slideLayout1.xml.rels><?xml version="1.0" encoding="UTF-8" standalone="yes"?>
<Relationships xmlns="http://schemas.openxmlformats.org/package/2006/relationships">
  <Relationship Id="rId1" Type="http://schemas.openxmlformats.org/officeDocument/2006/relationships/slideMaster" Target="../slideMasters/slideMaster1.xml"/>
</Relationships>
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theme" Target="../theme/theme1.xml"/>
</Relationships>
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475340268" r:id="rId1"/>
  </p:sldLayoutIdLst>
  <p:txStyles>
    <p:titleStyle>
      <a:lvl1pPr algn="ctr">
        <a:defRPr sz="4400" kern="1200">
          <a:solidFill>
            <a:schemeClr val="lt1"/>
          </a:solidFill>
        </a:defRPr>
      </a:lvl1pPr>
      <a:extLst/>
    </p:titleStyle>
    <p:bodyStyle>
      <a:lvl1pPr algn="ctr" indent="-324900">
        <a:defRPr sz="3200" kern="1200">
          <a:solidFill>
            <a:schemeClr val="tx1"/>
          </a:solidFill>
        </a:defRPr>
      </a:lvl1pPr>
      <a:extLst/>
    </p:bodyStyle>
    <p:otherStyle>
      <a:defPPr algn="ctr">
        <a:defRPr kern="1200">
          <a:solidFill>
            <a:schemeClr val="tx1"/>
          </a:solidFill>
        </a:defRPr>
      </a:defPPr>
      <a:extLst/>
    </p:otherStyle>
  </p:txStyles>
</p:sldMaster>
</file>

<file path=ppt/slides/_rels/slide1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image" Target="../media/fondo_17863112401.png"/>
  <Relationship Id="rId3" Type="http://schemas.openxmlformats.org/officeDocument/2006/relationships/image" Target="../media/fondo_pptx_portada2.png"/>
</Relationships>

</file>

<file path=ppt/slides/_rels/slide2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image" Target="../media/background_1.png"/>
</Relationships>

</file>

<file path=ppt/slides/_rels/slide3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image" Target="../media/background_2.png"/>
</Relationships>

</file>

<file path=ppt/slides/_rels/slide4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image" Target="../media/background_3.png"/>
</Relationships>

</file>

<file path=ppt/slides/_rels/slide5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image" Target="../media/lugar_17863112403.jpg"/>
  <Relationship Id="rId3" Type="http://schemas.openxmlformats.org/officeDocument/2006/relationships/image" Target="../media/maps_17863112404.png"/>
  <Relationship Id="rId4" Type="http://schemas.openxmlformats.org/officeDocument/2006/relationships/image" Target="../media/background_4.png"/>
</Relationships>

</file>

<file path=ppt/slides/_rels/slide6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image" Target="../media/background_5.png"/>
</Relationships>

</file>

<file path=ppt/slides/_rels/slide7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image" Target="../media/background_6.png"/>
</Relationships>

</file>

<file path=ppt/slides/_rels/slide8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image" Target="../media/background_7.png"/>
</Relationships>

</file>

<file path=ppt/slides/_rels/slide9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image" Target="../media/background_8.png"/>
</Relationships>

</file>

<file path=ppt/slides/_rels/slide10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image" Target="../media/background_9.png"/>
</Relationships>

</file>

<file path=ppt/slides/_rels/slide11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image" Target="../media/background_10.png"/>
</Relationships>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19050"/>
          <a:ext cx="9144000" cy="6848475"/>
          <a:chOff x="0" y="19050"/>
          <a:chExt cx="9144000" cy="6848475"/>
        </a:xfrm>
      </p:grpSpPr>
      <p:pic>
        <p:nvPicPr>
          <p:cNvPr id="1" name="" descr="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933450"/>
            <a:ext cx="9144000" cy="4991100"/>
          </a:xfrm>
          <a:prstGeom prst="rect">
            <a:avLst/>
          </a:prstGeom>
        </p:spPr>
      </p:pic>
      <p:pic>
        <p:nvPicPr>
          <p:cNvPr id="2" name="" descr="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19050"/>
            <a:ext cx="9144000" cy="6829425"/>
          </a:xfrm>
          <a:prstGeom prst="rect">
            <a:avLst/>
          </a:prstGeom>
        </p:spPr>
      </p:pic>
      <p:sp>
        <p:nvSpPr>
          <p:cNvPr id="3" name=""/>
          <p:cNvSpPr txBox="1"/>
          <p:nvPr/>
        </p:nvSpPr>
        <p:spPr>
          <a:xfrm>
            <a:off x="647700" y="1076325"/>
            <a:ext cx="7848600" cy="866775"/>
          </a:xfrm>
          <a:prstGeom prst="rect">
            <a:avLst/>
          </a:prstGeom>
          <a:noFill/>
        </p:spPr>
        <p:txBody>
          <a:bodyPr rtlCol="0" bIns="45720" lIns="91440" rIns="91440" tIns="45720">
            <a:spAutoFit/>
          </a:bodyPr>
          <a:lstStyle/>
          <a:p>
            <a:pPr algn="ctr" fontAlgn="base" marL="0" marR="0" indent="0" lvl="0">
              <a:lnSpc>
                <a:spcPct val="100%"/>
              </a:lnSpc>
            </a:pPr>
            <a:r>
              <a:rPr lang="en-US" b="1" sz="2800" spc="0" u="none">
                <a:solidFill>
                  <a:srgbClr val="800000">
                    <a:alpha val="100.00%"/>
                  </a:srgbClr>
                </a:solidFill>
                <a:latin typeface="Aptos"/>
              </a:rPr>
              <a:t><![CDATA[Carpeta prueba difundir]]></a:t>
            </a:r>
          </a:p>
        </p:txBody>
      </p:sp>
      <p:sp>
        <p:nvSpPr>
          <p:cNvPr id="4" name=""/>
          <p:cNvSpPr txBox="1"/>
          <p:nvPr/>
        </p:nvSpPr>
        <p:spPr>
          <a:xfrm>
            <a:off x="723900" y="2362200"/>
            <a:ext cx="3781425" cy="238125"/>
          </a:xfrm>
          <a:prstGeom prst="rect">
            <a:avLst/>
          </a:prstGeom>
          <a:noFill/>
        </p:spPr>
        <p:txBody>
          <a:bodyPr rtlCol="0" bIns="45720" lIns="91440" rIns="91440" tIns="45720">
            <a:spAutoFit/>
          </a:bodyPr>
          <a:lstStyle/>
          <a:p>
            <a:pPr algn="ctr" fontAlgn="base" marL="0" marR="0" indent="0" lvl="0">
              <a:lnSpc>
                <a:spcPct val="100%"/>
              </a:lnSpc>
            </a:pPr>
            <a:r>
              <a:rPr lang="en-US" sz="1300" spc="0" u="none">
                <a:solidFill>
                  <a:srgbClr val="3E3E3E">
                    <a:alpha val="100.00%"/>
                  </a:srgbClr>
                </a:solidFill>
                <a:latin typeface="Aptos"/>
              </a:rPr>
              <a:t><![CDATA[Aprobado: MTRA. ANDREA MA. DEL ROCÍO MERLOS NÁJERA]]></a:t>
            </a:r>
          </a:p>
        </p:txBody>
      </p:sp>
      <p:sp>
        <p:nvSpPr>
          <p:cNvPr id="5" name=""/>
          <p:cNvSpPr txBox="1"/>
          <p:nvPr/>
        </p:nvSpPr>
        <p:spPr>
          <a:xfrm>
            <a:off x="4648200" y="2362200"/>
            <a:ext cx="3781425" cy="238125"/>
          </a:xfrm>
          <a:prstGeom prst="rect">
            <a:avLst/>
          </a:prstGeom>
          <a:noFill/>
        </p:spPr>
        <p:txBody>
          <a:bodyPr rtlCol="0" bIns="45720" lIns="91440" rIns="91440" tIns="45720">
            <a:spAutoFit/>
          </a:bodyPr>
          <a:lstStyle/>
          <a:p>
            <a:pPr algn="ctr" fontAlgn="base" marL="0" marR="0" indent="0" lvl="0">
              <a:lnSpc>
                <a:spcPct val="100%"/>
              </a:lnSpc>
            </a:pPr>
            <a:r>
              <a:rPr lang="en-US" sz="1300" spc="0" u="none">
                <a:solidFill>
                  <a:srgbClr val="3E3E3E">
                    <a:alpha val="100.00%"/>
                  </a:srgbClr>
                </a:solidFill>
                <a:latin typeface="Aptos"/>
              </a:rPr>
              <a:t><![CDATA[Responsable: Candelario Martínez García ]]>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2"/>
          <a:stretch>
            <a:fillRect/>
          </a:stretch>
        </a:blipFill>
      </p:bgPr>
    </p:bg>
    <p:spTree>
      <p:nvGrpSpPr>
        <p:cNvPr id="1" name=""/>
        <p:cNvGrpSpPr/>
        <p:nvPr/>
      </p:nvGrpSpPr>
      <p:grpSpPr>
        <a:xfrm>
          <a:off x="542925" y="762000"/>
          <a:ext cx="8610600" cy="3800475"/>
          <a:chOff x="542925" y="762000"/>
          <a:chExt cx="8610600" cy="3800475"/>
        </a:xfrm>
      </p:grpSpPr>
      <p:sp>
        <p:nvSpPr>
          <p:cNvPr id="1" name=""/>
          <p:cNvSpPr txBox="1"/>
          <p:nvPr/>
        </p:nvSpPr>
        <p:spPr>
          <a:xfrm>
            <a:off x="542925" y="762000"/>
            <a:ext cx="8067675" cy="200025"/>
          </a:xfrm>
          <a:prstGeom prst="rect">
            <a:avLst/>
          </a:prstGeom>
          <a:noFill/>
        </p:spPr>
        <p:txBody>
          <a:bodyPr rtlCol="0" bIns="45720" lIns="91440" rIns="91440" tIns="45720">
            <a:spAutoFit/>
          </a:bodyPr>
          <a:lstStyle/>
          <a:p>
            <a:pPr algn="l" fontAlgn="base" marL="0" marR="0" indent="0" lvl="0">
              <a:lnSpc>
                <a:spcPct val="100%"/>
              </a:lnSpc>
            </a:pPr>
            <a:r>
              <a:rPr lang="en-US" b="1" sz="1600" spc="0" u="none">
                <a:solidFill>
                  <a:srgbClr val="800000">
                    <a:alpha val="100.00%"/>
                  </a:srgbClr>
                </a:solidFill>
                <a:latin typeface="Aptos"/>
              </a:rPr>
              <a:t><![CDATA[Objetivo y beneficiarios]]></a:t>
            </a:r>
          </a:p>
        </p:txBody>
      </p:sp>
      <p:sp>
        <p:nvSpPr>
          <p:cNvPr id="2" name=""/>
          <p:cNvSpPr txBox="1"/>
          <p:nvPr/>
        </p:nvSpPr>
        <p:spPr>
          <a:xfrm>
            <a:off x="542925" y="1076325"/>
            <a:ext cx="8067675" cy="123825"/>
          </a:xfrm>
          <a:prstGeom prst="rect">
            <a:avLst/>
          </a:prstGeom>
          <a:noFill/>
        </p:spPr>
        <p:txBody>
          <a:bodyPr rtlCol="0" bIns="45720" lIns="91440" rIns="91440" tIns="45720">
            <a:spAutoFit/>
          </a:bodyPr>
          <a:lstStyle/>
          <a:p>
            <a:pPr algn="l" fontAlgn="base" marL="0" marR="0" indent="0" lvl="0">
              <a:lnSpc>
                <a:spcPct val="100%"/>
              </a:lnSpc>
            </a:pPr>
            <a:r>
              <a:rPr lang="en-US" b="1" sz="1000" spc="0" u="none">
                <a:solidFill>
                  <a:srgbClr val="800000">
                    <a:alpha val="100.00%"/>
                  </a:srgbClr>
                </a:solidFill>
                <a:latin typeface="Aptos"/>
              </a:rPr>
              <a:t><![CDATA[Línea de acción PbRM]]></a:t>
            </a:r>
          </a:p>
        </p:txBody>
      </p:sp>
      <p:sp>
        <p:nvSpPr>
          <p:cNvPr id="3" name=""/>
          <p:cNvSpPr txBox="1"/>
          <p:nvPr/>
        </p:nvSpPr>
        <p:spPr>
          <a:xfrm>
            <a:off x="542925" y="1238250"/>
            <a:ext cx="8067675" cy="285750"/>
          </a:xfrm>
          <a:prstGeom prst="rect">
            <a:avLst/>
          </a:prstGeom>
          <a:noFill/>
        </p:spPr>
        <p:txBody>
          <a:bodyPr rtlCol="0" bIns="45720" lIns="91440" rIns="91440" tIns="45720">
            <a:spAutoFit/>
          </a:bodyPr>
          <a:lstStyle/>
          <a:p>
            <a:pPr algn="l" fontAlgn="base" marL="0" marR="0" indent="0" lvl="0">
              <a:lnSpc>
                <a:spcPct val="100%"/>
              </a:lnSpc>
            </a:pPr>
            <a:r>
              <a:rPr lang="en-US" sz="1500" spc="0" u="none">
                <a:solidFill>
                  <a:srgbClr val="3E3E3E">
                    <a:alpha val="100.00%"/>
                  </a:srgbClr>
                </a:solidFill>
                <a:latin typeface="Aptos"/>
              </a:rPr>
              <a:t><![CDATA[Difundir y promocionar productos artesanales ind?genas.]]></a:t>
            </a:r>
          </a:p>
        </p:txBody>
      </p:sp>
      <p:sp>
        <p:nvSpPr>
          <p:cNvPr id="4" name=""/>
          <p:cNvSpPr txBox="1"/>
          <p:nvPr/>
        </p:nvSpPr>
        <p:spPr>
          <a:xfrm>
            <a:off x="542925" y="1657350"/>
            <a:ext cx="8067675" cy="123825"/>
          </a:xfrm>
          <a:prstGeom prst="rect">
            <a:avLst/>
          </a:prstGeom>
          <a:noFill/>
        </p:spPr>
        <p:txBody>
          <a:bodyPr rtlCol="0" bIns="45720" lIns="91440" rIns="91440" tIns="45720">
            <a:spAutoFit/>
          </a:bodyPr>
          <a:lstStyle/>
          <a:p>
            <a:pPr algn="l" fontAlgn="base" marL="0" marR="0" indent="0" lvl="0">
              <a:lnSpc>
                <a:spcPct val="100%"/>
              </a:lnSpc>
            </a:pPr>
            <a:r>
              <a:rPr lang="en-US" b="1" sz="1000" spc="0" u="none">
                <a:solidFill>
                  <a:srgbClr val="800000">
                    <a:alpha val="100.00%"/>
                  </a:srgbClr>
                </a:solidFill>
                <a:latin typeface="Aptos"/>
              </a:rPr>
              <a:t><![CDATA[Objetivo PbRM]]></a:t>
            </a:r>
          </a:p>
        </p:txBody>
      </p:sp>
      <p:sp>
        <p:nvSpPr>
          <p:cNvPr id="5" name=""/>
          <p:cNvSpPr txBox="1"/>
          <p:nvPr/>
        </p:nvSpPr>
        <p:spPr>
          <a:xfrm>
            <a:off x="542925" y="1819275"/>
            <a:ext cx="8067675" cy="828675"/>
          </a:xfrm>
          <a:prstGeom prst="rect">
            <a:avLst/>
          </a:prstGeom>
          <a:noFill/>
        </p:spPr>
        <p:txBody>
          <a:bodyPr rtlCol="0" bIns="45720" lIns="91440" rIns="91440" tIns="45720">
            <a:spAutoFit/>
          </a:bodyPr>
          <a:lstStyle/>
          <a:p>
            <a:pPr algn="l" fontAlgn="base" marL="0" marR="0" indent="0" lvl="0">
              <a:lnSpc>
                <a:spcPct val="100%"/>
              </a:lnSpc>
            </a:pPr>
            <a:r>
              <a:rPr lang="en-US" sz="1500" spc="0" u="none">
                <a:solidFill>
                  <a:srgbClr val="3E3E3E">
                    <a:alpha val="100.00%"/>
                  </a:srgbClr>
                </a:solidFill>
                <a:latin typeface="Aptos"/>
              </a:rPr>
              <a:t><![CDATA[Promover, preservar y fortalecer la lengua originaria, la cultura, usos, costumbres y formas de
organización de las comunidades indígenas del municipio de Toluca, generando vínculos efectivos con
los tres niveles de gobierno para impulsar su desarrollo integral, combatir la pobreza, la
marginación y la desigualdad, y así mejorar su calidad de vida. ]]></a:t>
            </a:r>
          </a:p>
        </p:txBody>
      </p:sp>
      <p:sp>
        <p:nvSpPr>
          <p:cNvPr id="6" name=""/>
          <p:cNvSpPr txBox="1"/>
          <p:nvPr/>
        </p:nvSpPr>
        <p:spPr>
          <a:xfrm>
            <a:off x="542925" y="2781300"/>
            <a:ext cx="8067675" cy="123825"/>
          </a:xfrm>
          <a:prstGeom prst="rect">
            <a:avLst/>
          </a:prstGeom>
          <a:noFill/>
        </p:spPr>
        <p:txBody>
          <a:bodyPr rtlCol="0" bIns="45720" lIns="91440" rIns="91440" tIns="45720">
            <a:spAutoFit/>
          </a:bodyPr>
          <a:lstStyle/>
          <a:p>
            <a:pPr algn="l" fontAlgn="base" marL="0" marR="0" indent="0" lvl="0">
              <a:lnSpc>
                <a:spcPct val="100%"/>
              </a:lnSpc>
            </a:pPr>
            <a:r>
              <a:rPr lang="en-US" b="1" sz="1000" spc="0" u="none">
                <a:solidFill>
                  <a:srgbClr val="800000">
                    <a:alpha val="100.00%"/>
                  </a:srgbClr>
                </a:solidFill>
                <a:latin typeface="Aptos"/>
              </a:rPr>
              <a:t><![CDATA[Objetivo del evento]]></a:t>
            </a:r>
          </a:p>
        </p:txBody>
      </p:sp>
      <p:sp>
        <p:nvSpPr>
          <p:cNvPr id="7" name=""/>
          <p:cNvSpPr txBox="1"/>
          <p:nvPr/>
        </p:nvSpPr>
        <p:spPr>
          <a:xfrm>
            <a:off x="542925" y="2943225"/>
            <a:ext cx="8067675" cy="285750"/>
          </a:xfrm>
          <a:prstGeom prst="rect">
            <a:avLst/>
          </a:prstGeom>
          <a:noFill/>
        </p:spPr>
        <p:txBody>
          <a:bodyPr rtlCol="0" bIns="45720" lIns="91440" rIns="91440" tIns="45720">
            <a:spAutoFit/>
          </a:bodyPr>
          <a:lstStyle/>
          <a:p>
            <a:pPr algn="l" fontAlgn="base" marL="0" marR="0" indent="0" lvl="0">
              <a:lnSpc>
                <a:spcPct val="100%"/>
              </a:lnSpc>
            </a:pPr>
            <a:r>
              <a:rPr lang="en-US" sz="1500" spc="0" u="none">
                <a:solidFill>
                  <a:srgbClr val="3E3E3E">
                    <a:alpha val="100.00%"/>
                  </a:srgbClr>
                </a:solidFill>
                <a:latin typeface="Aptos"/>
              </a:rPr>
              <a:t><![CDATA[Objetivo Prueba del evento]]></a:t>
            </a:r>
          </a:p>
        </p:txBody>
      </p:sp>
      <p:sp>
        <p:nvSpPr>
          <p:cNvPr id="8" name=""/>
          <p:cNvSpPr txBox="1"/>
          <p:nvPr/>
        </p:nvSpPr>
        <p:spPr>
          <a:xfrm>
            <a:off x="542925" y="3352800"/>
            <a:ext cx="8067675" cy="123825"/>
          </a:xfrm>
          <a:prstGeom prst="rect">
            <a:avLst/>
          </a:prstGeom>
          <a:noFill/>
        </p:spPr>
        <p:txBody>
          <a:bodyPr rtlCol="0" bIns="45720" lIns="91440" rIns="91440" tIns="45720">
            <a:spAutoFit/>
          </a:bodyPr>
          <a:lstStyle/>
          <a:p>
            <a:pPr algn="l" fontAlgn="base" marL="0" marR="0" indent="0" lvl="0">
              <a:lnSpc>
                <a:spcPct val="100%"/>
              </a:lnSpc>
            </a:pPr>
            <a:r>
              <a:rPr lang="en-US" b="1" sz="1000" spc="0" u="none">
                <a:solidFill>
                  <a:srgbClr val="800000">
                    <a:alpha val="100.00%"/>
                  </a:srgbClr>
                </a:solidFill>
                <a:latin typeface="Aptos"/>
              </a:rPr>
              <a:t><![CDATA[Beneficiarios]]></a:t>
            </a:r>
          </a:p>
        </p:txBody>
      </p:sp>
      <p:sp>
        <p:nvSpPr>
          <p:cNvPr id="9" name=""/>
          <p:cNvSpPr txBox="1"/>
          <p:nvPr/>
        </p:nvSpPr>
        <p:spPr>
          <a:xfrm>
            <a:off x="542925" y="3514725"/>
            <a:ext cx="8067675" cy="285750"/>
          </a:xfrm>
          <a:prstGeom prst="rect">
            <a:avLst/>
          </a:prstGeom>
          <a:noFill/>
        </p:spPr>
        <p:txBody>
          <a:bodyPr rtlCol="0" bIns="45720" lIns="91440" rIns="91440" tIns="45720">
            <a:spAutoFit/>
          </a:bodyPr>
          <a:lstStyle/>
          <a:p>
            <a:pPr algn="l" fontAlgn="base" marL="0" marR="0" indent="0" lvl="0">
              <a:lnSpc>
                <a:spcPct val="100%"/>
              </a:lnSpc>
            </a:pPr>
            <a:r>
              <a:rPr lang="en-US" sz="1500" spc="0" u="none">
                <a:solidFill>
                  <a:srgbClr val="3E3E3E">
                    <a:alpha val="100.00%"/>
                  </a:srgbClr>
                </a:solidFill>
                <a:latin typeface="Aptos"/>
              </a:rPr>
              <a:t><![CDATA[6]]>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2"/>
          <a:stretch>
            <a:fillRect/>
          </a:stretch>
        </a:blipFill>
      </p:bgPr>
    </p:bg>
    <p:spTree>
      <p:nvGrpSpPr>
        <p:cNvPr id="1" name=""/>
        <p:cNvGrpSpPr/>
        <p:nvPr/>
      </p:nvGrpSpPr>
      <p:grpSpPr>
        <a:xfrm>
          <a:off x="542925" y="762000"/>
          <a:ext cx="8610600" cy="1524000"/>
          <a:chOff x="542925" y="762000"/>
          <a:chExt cx="8610600" cy="1524000"/>
        </a:xfrm>
      </p:grpSpPr>
      <p:sp>
        <p:nvSpPr>
          <p:cNvPr id="1" name=""/>
          <p:cNvSpPr txBox="1"/>
          <p:nvPr/>
        </p:nvSpPr>
        <p:spPr>
          <a:xfrm>
            <a:off x="542925" y="762000"/>
            <a:ext cx="8067675" cy="200025"/>
          </a:xfrm>
          <a:prstGeom prst="rect">
            <a:avLst/>
          </a:prstGeom>
          <a:noFill/>
        </p:spPr>
        <p:txBody>
          <a:bodyPr rtlCol="0" bIns="45720" lIns="91440" rIns="91440" tIns="45720">
            <a:spAutoFit/>
          </a:bodyPr>
          <a:lstStyle/>
          <a:p>
            <a:pPr algn="l" fontAlgn="base" marL="0" marR="0" indent="0" lvl="0">
              <a:lnSpc>
                <a:spcPct val="100%"/>
              </a:lnSpc>
            </a:pPr>
            <a:r>
              <a:rPr lang="en-US" b="1" sz="1600" spc="0" u="none">
                <a:solidFill>
                  <a:srgbClr val="800000">
                    <a:alpha val="100.00%"/>
                  </a:srgbClr>
                </a:solidFill>
                <a:latin typeface="Aptos"/>
              </a:rPr>
              <a:t><![CDATA[Justificación e impacto]]></a:t>
            </a:r>
          </a:p>
        </p:txBody>
      </p:sp>
      <p:sp>
        <p:nvSpPr>
          <p:cNvPr id="2" name=""/>
          <p:cNvSpPr txBox="1"/>
          <p:nvPr/>
        </p:nvSpPr>
        <p:spPr>
          <a:xfrm>
            <a:off x="542925" y="1076325"/>
            <a:ext cx="8067675" cy="123825"/>
          </a:xfrm>
          <a:prstGeom prst="rect">
            <a:avLst/>
          </a:prstGeom>
          <a:noFill/>
        </p:spPr>
        <p:txBody>
          <a:bodyPr rtlCol="0" bIns="45720" lIns="91440" rIns="91440" tIns="45720">
            <a:spAutoFit/>
          </a:bodyPr>
          <a:lstStyle/>
          <a:p>
            <a:pPr algn="l" fontAlgn="base" marL="0" marR="0" indent="0" lvl="0">
              <a:lnSpc>
                <a:spcPct val="100%"/>
              </a:lnSpc>
            </a:pPr>
            <a:r>
              <a:rPr lang="en-US" b="1" sz="1000" spc="0" u="none">
                <a:solidFill>
                  <a:srgbClr val="800000">
                    <a:alpha val="100.00%"/>
                  </a:srgbClr>
                </a:solidFill>
                <a:latin typeface="Aptos"/>
              </a:rPr>
              <a:t><![CDATA[Justificación e impacto]]></a:t>
            </a:r>
          </a:p>
        </p:txBody>
      </p:sp>
      <p:sp>
        <p:nvSpPr>
          <p:cNvPr id="3" name=""/>
          <p:cNvSpPr txBox="1"/>
          <p:nvPr/>
        </p:nvSpPr>
        <p:spPr>
          <a:xfrm>
            <a:off x="542925" y="1238250"/>
            <a:ext cx="8067675" cy="285750"/>
          </a:xfrm>
          <a:prstGeom prst="rect">
            <a:avLst/>
          </a:prstGeom>
          <a:noFill/>
        </p:spPr>
        <p:txBody>
          <a:bodyPr rtlCol="0" bIns="45720" lIns="91440" rIns="91440" tIns="45720">
            <a:spAutoFit/>
          </a:bodyPr>
          <a:lstStyle/>
          <a:p>
            <a:pPr algn="l" fontAlgn="base" marL="0" marR="0" indent="0" lvl="0">
              <a:lnSpc>
                <a:spcPct val="100%"/>
              </a:lnSpc>
            </a:pPr>
            <a:r>
              <a:rPr lang="en-US" sz="1600" spc="0" u="none">
                <a:solidFill>
                  <a:srgbClr val="3E3E3E">
                    <a:alpha val="100.00%"/>
                  </a:srgbClr>
                </a:solidFill>
                <a:latin typeface="Aptos"/>
              </a:rPr>
              <a:t><![CDATA[Justificación e impacto]]>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2"/>
          <a:stretch>
            <a:fillRect/>
          </a:stretch>
        </a:blipFill>
      </p:bgPr>
    </p:bg>
    <p:spTree>
      <p:nvGrpSpPr>
        <p:cNvPr id="1" name=""/>
        <p:cNvGrpSpPr/>
        <p:nvPr/>
      </p:nvGrpSpPr>
      <p:grpSpPr>
        <a:xfrm>
          <a:off x="542925" y="762000"/>
          <a:ext cx="8610600" cy="4981575"/>
          <a:chOff x="542925" y="762000"/>
          <a:chExt cx="8610600" cy="4981575"/>
        </a:xfrm>
      </p:grpSpPr>
      <p:sp>
        <p:nvSpPr>
          <p:cNvPr id="1" name=""/>
          <p:cNvSpPr txBox="1"/>
          <p:nvPr/>
        </p:nvSpPr>
        <p:spPr>
          <a:xfrm>
            <a:off x="542925" y="762000"/>
            <a:ext cx="8067675" cy="200025"/>
          </a:xfrm>
          <a:prstGeom prst="rect">
            <a:avLst/>
          </a:prstGeom>
          <a:noFill/>
        </p:spPr>
        <p:txBody>
          <a:bodyPr rtlCol="0" bIns="45720" lIns="91440" rIns="91440" tIns="45720">
            <a:spAutoFit/>
          </a:bodyPr>
          <a:lstStyle/>
          <a:p>
            <a:pPr algn="l" fontAlgn="base" marL="0" marR="0" indent="0" lvl="0">
              <a:lnSpc>
                <a:spcPct val="100%"/>
              </a:lnSpc>
            </a:pPr>
            <a:r>
              <a:rPr lang="en-US" b="1" sz="1600" spc="0" u="none">
                <a:solidFill>
                  <a:srgbClr val="800000">
                    <a:alpha val="100.00%"/>
                  </a:srgbClr>
                </a:solidFill>
                <a:latin typeface="Aptos"/>
              </a:rPr>
              <a:t><![CDATA[Generales del evento]]></a:t>
            </a:r>
          </a:p>
        </p:txBody>
      </p:sp>
      <p:sp>
        <p:nvSpPr>
          <p:cNvPr id="2" name=""/>
          <p:cNvSpPr txBox="1"/>
          <p:nvPr/>
        </p:nvSpPr>
        <p:spPr>
          <a:xfrm>
            <a:off x="542925" y="1076325"/>
            <a:ext cx="8067675" cy="123825"/>
          </a:xfrm>
          <a:prstGeom prst="rect">
            <a:avLst/>
          </a:prstGeom>
          <a:noFill/>
        </p:spPr>
        <p:txBody>
          <a:bodyPr rtlCol="0" bIns="45720" lIns="91440" rIns="91440" tIns="45720">
            <a:spAutoFit/>
          </a:bodyPr>
          <a:lstStyle/>
          <a:p>
            <a:pPr algn="l" fontAlgn="base" marL="0" marR="0" indent="0" lvl="0">
              <a:lnSpc>
                <a:spcPct val="100%"/>
              </a:lnSpc>
            </a:pPr>
            <a:r>
              <a:rPr lang="en-US" b="1" sz="1000" spc="0" u="none">
                <a:solidFill>
                  <a:srgbClr val="800000">
                    <a:alpha val="100.00%"/>
                  </a:srgbClr>
                </a:solidFill>
                <a:latin typeface="Aptos"/>
              </a:rPr>
              <a:t><![CDATA[Fecha]]></a:t>
            </a:r>
          </a:p>
        </p:txBody>
      </p:sp>
      <p:sp>
        <p:nvSpPr>
          <p:cNvPr id="3" name=""/>
          <p:cNvSpPr txBox="1"/>
          <p:nvPr/>
        </p:nvSpPr>
        <p:spPr>
          <a:xfrm>
            <a:off x="542925" y="1238250"/>
            <a:ext cx="8067675" cy="285750"/>
          </a:xfrm>
          <a:prstGeom prst="rect">
            <a:avLst/>
          </a:prstGeom>
          <a:noFill/>
        </p:spPr>
        <p:txBody>
          <a:bodyPr rtlCol="0" bIns="45720" lIns="91440" rIns="91440" tIns="45720">
            <a:spAutoFit/>
          </a:bodyPr>
          <a:lstStyle/>
          <a:p>
            <a:pPr algn="l" fontAlgn="base" marL="0" marR="0" indent="0" lvl="0">
              <a:lnSpc>
                <a:spcPct val="100%"/>
              </a:lnSpc>
            </a:pPr>
            <a:r>
              <a:rPr lang="en-US" sz="1400" spc="0" u="none">
                <a:solidFill>
                  <a:srgbClr val="3E3E3E">
                    <a:alpha val="100.00%"/>
                  </a:srgbClr>
                </a:solidFill>
                <a:latin typeface="Aptos"/>
              </a:rPr>
              <a:t><![CDATA[2026-08-09]]></a:t>
            </a:r>
          </a:p>
        </p:txBody>
      </p:sp>
      <p:sp>
        <p:nvSpPr>
          <p:cNvPr id="4" name=""/>
          <p:cNvSpPr txBox="1"/>
          <p:nvPr/>
        </p:nvSpPr>
        <p:spPr>
          <a:xfrm>
            <a:off x="542925" y="1657350"/>
            <a:ext cx="8067675" cy="123825"/>
          </a:xfrm>
          <a:prstGeom prst="rect">
            <a:avLst/>
          </a:prstGeom>
          <a:noFill/>
        </p:spPr>
        <p:txBody>
          <a:bodyPr rtlCol="0" bIns="45720" lIns="91440" rIns="91440" tIns="45720">
            <a:spAutoFit/>
          </a:bodyPr>
          <a:lstStyle/>
          <a:p>
            <a:pPr algn="l" fontAlgn="base" marL="0" marR="0" indent="0" lvl="0">
              <a:lnSpc>
                <a:spcPct val="100%"/>
              </a:lnSpc>
            </a:pPr>
            <a:r>
              <a:rPr lang="en-US" b="1" sz="1000" spc="0" u="none">
                <a:solidFill>
                  <a:srgbClr val="800000">
                    <a:alpha val="100.00%"/>
                  </a:srgbClr>
                </a:solidFill>
                <a:latin typeface="Aptos"/>
              </a:rPr>
              <a:t><![CDATA[Horario]]></a:t>
            </a:r>
          </a:p>
        </p:txBody>
      </p:sp>
      <p:sp>
        <p:nvSpPr>
          <p:cNvPr id="5" name=""/>
          <p:cNvSpPr txBox="1"/>
          <p:nvPr/>
        </p:nvSpPr>
        <p:spPr>
          <a:xfrm>
            <a:off x="542925" y="1819275"/>
            <a:ext cx="8067675" cy="285750"/>
          </a:xfrm>
          <a:prstGeom prst="rect">
            <a:avLst/>
          </a:prstGeom>
          <a:noFill/>
        </p:spPr>
        <p:txBody>
          <a:bodyPr rtlCol="0" bIns="45720" lIns="91440" rIns="91440" tIns="45720">
            <a:spAutoFit/>
          </a:bodyPr>
          <a:lstStyle/>
          <a:p>
            <a:pPr algn="l" fontAlgn="base" marL="0" marR="0" indent="0" lvl="0">
              <a:lnSpc>
                <a:spcPct val="100%"/>
              </a:lnSpc>
            </a:pPr>
            <a:r>
              <a:rPr lang="en-US" sz="1400" spc="0" u="none">
                <a:solidFill>
                  <a:srgbClr val="3E3E3E">
                    <a:alpha val="100.00%"/>
                  </a:srgbClr>
                </a:solidFill>
                <a:latin typeface="Aptos"/>
              </a:rPr>
              <a:t><![CDATA[09:00:00 - 18:00:00]]></a:t>
            </a:r>
          </a:p>
        </p:txBody>
      </p:sp>
      <p:sp>
        <p:nvSpPr>
          <p:cNvPr id="6" name=""/>
          <p:cNvSpPr txBox="1"/>
          <p:nvPr/>
        </p:nvSpPr>
        <p:spPr>
          <a:xfrm>
            <a:off x="542925" y="2228850"/>
            <a:ext cx="8067675" cy="123825"/>
          </a:xfrm>
          <a:prstGeom prst="rect">
            <a:avLst/>
          </a:prstGeom>
          <a:noFill/>
        </p:spPr>
        <p:txBody>
          <a:bodyPr rtlCol="0" bIns="45720" lIns="91440" rIns="91440" tIns="45720">
            <a:spAutoFit/>
          </a:bodyPr>
          <a:lstStyle/>
          <a:p>
            <a:pPr algn="l" fontAlgn="base" marL="0" marR="0" indent="0" lvl="0">
              <a:lnSpc>
                <a:spcPct val="100%"/>
              </a:lnSpc>
            </a:pPr>
            <a:r>
              <a:rPr lang="en-US" b="1" sz="1000" spc="0" u="none">
                <a:solidFill>
                  <a:srgbClr val="800000">
                    <a:alpha val="100.00%"/>
                  </a:srgbClr>
                </a:solidFill>
                <a:latin typeface="Aptos"/>
              </a:rPr>
              <a:t><![CDATA[Lugar]]></a:t>
            </a:r>
          </a:p>
        </p:txBody>
      </p:sp>
      <p:sp>
        <p:nvSpPr>
          <p:cNvPr id="7" name=""/>
          <p:cNvSpPr txBox="1"/>
          <p:nvPr/>
        </p:nvSpPr>
        <p:spPr>
          <a:xfrm>
            <a:off x="542925" y="2390775"/>
            <a:ext cx="8067675" cy="285750"/>
          </a:xfrm>
          <a:prstGeom prst="rect">
            <a:avLst/>
          </a:prstGeom>
          <a:noFill/>
        </p:spPr>
        <p:txBody>
          <a:bodyPr rtlCol="0" bIns="45720" lIns="91440" rIns="91440" tIns="45720">
            <a:spAutoFit/>
          </a:bodyPr>
          <a:lstStyle/>
          <a:p>
            <a:pPr algn="l" fontAlgn="base" marL="0" marR="0" indent="0" lvl="0">
              <a:lnSpc>
                <a:spcPct val="100%"/>
              </a:lnSpc>
            </a:pPr>
            <a:r>
              <a:rPr lang="en-US" sz="1400" spc="0" u="none">
                <a:solidFill>
                  <a:srgbClr val="3E3E3E">
                    <a:alpha val="100.00%"/>
                  </a:srgbClr>
                </a:solidFill>
                <a:latin typeface="Aptos"/>
              </a:rPr>
              <a:t><![CDATA[Sn Sn Int. Sn CP 50260]]></a:t>
            </a:r>
          </a:p>
        </p:txBody>
      </p:sp>
      <p:sp>
        <p:nvSpPr>
          <p:cNvPr id="8" name=""/>
          <p:cNvSpPr txBox="1"/>
          <p:nvPr/>
        </p:nvSpPr>
        <p:spPr>
          <a:xfrm>
            <a:off x="542925" y="2809875"/>
            <a:ext cx="8067675" cy="123825"/>
          </a:xfrm>
          <a:prstGeom prst="rect">
            <a:avLst/>
          </a:prstGeom>
          <a:noFill/>
        </p:spPr>
        <p:txBody>
          <a:bodyPr rtlCol="0" bIns="45720" lIns="91440" rIns="91440" tIns="45720">
            <a:spAutoFit/>
          </a:bodyPr>
          <a:lstStyle/>
          <a:p>
            <a:pPr algn="l" fontAlgn="base" marL="0" marR="0" indent="0" lvl="0">
              <a:lnSpc>
                <a:spcPct val="100%"/>
              </a:lnSpc>
            </a:pPr>
            <a:r>
              <a:rPr lang="en-US" b="1" sz="1000" spc="0" u="none">
                <a:solidFill>
                  <a:srgbClr val="800000">
                    <a:alpha val="100.00%"/>
                  </a:srgbClr>
                </a:solidFill>
                <a:latin typeface="Aptos"/>
              </a:rPr>
              <a:t><![CDATA[Vestimenta]]></a:t>
            </a:r>
          </a:p>
        </p:txBody>
      </p:sp>
      <p:sp>
        <p:nvSpPr>
          <p:cNvPr id="9" name=""/>
          <p:cNvSpPr txBox="1"/>
          <p:nvPr/>
        </p:nvSpPr>
        <p:spPr>
          <a:xfrm>
            <a:off x="542925" y="2971800"/>
            <a:ext cx="8067675" cy="285750"/>
          </a:xfrm>
          <a:prstGeom prst="rect">
            <a:avLst/>
          </a:prstGeom>
          <a:noFill/>
        </p:spPr>
        <p:txBody>
          <a:bodyPr rtlCol="0" bIns="45720" lIns="91440" rIns="91440" tIns="45720">
            <a:spAutoFit/>
          </a:bodyPr>
          <a:lstStyle/>
          <a:p>
            <a:pPr algn="l" fontAlgn="base" marL="0" marR="0" indent="0" lvl="0">
              <a:lnSpc>
                <a:spcPct val="100%"/>
              </a:lnSpc>
            </a:pPr>
            <a:r>
              <a:rPr lang="en-US" sz="1400" spc="0" u="none">
                <a:solidFill>
                  <a:srgbClr val="3E3E3E">
                    <a:alpha val="100.00%"/>
                  </a:srgbClr>
                </a:solidFill>
                <a:latin typeface="Aptos"/>
              </a:rPr>
              <a:t><![CDATA[Formal]]></a:t>
            </a:r>
          </a:p>
        </p:txBody>
      </p:sp>
      <p:sp>
        <p:nvSpPr>
          <p:cNvPr id="10" name=""/>
          <p:cNvSpPr txBox="1"/>
          <p:nvPr/>
        </p:nvSpPr>
        <p:spPr>
          <a:xfrm>
            <a:off x="542925" y="3381375"/>
            <a:ext cx="8067675" cy="123825"/>
          </a:xfrm>
          <a:prstGeom prst="rect">
            <a:avLst/>
          </a:prstGeom>
          <a:noFill/>
        </p:spPr>
        <p:txBody>
          <a:bodyPr rtlCol="0" bIns="45720" lIns="91440" rIns="91440" tIns="45720">
            <a:spAutoFit/>
          </a:bodyPr>
          <a:lstStyle/>
          <a:p>
            <a:pPr algn="l" fontAlgn="base" marL="0" marR="0" indent="0" lvl="0">
              <a:lnSpc>
                <a:spcPct val="100%"/>
              </a:lnSpc>
            </a:pPr>
            <a:r>
              <a:rPr lang="en-US" b="1" sz="1000" spc="0" u="none">
                <a:solidFill>
                  <a:srgbClr val="800000">
                    <a:alpha val="100.00%"/>
                  </a:srgbClr>
                </a:solidFill>
                <a:latin typeface="Aptos"/>
              </a:rPr>
              <a:t><![CDATA[Coordinación]]></a:t>
            </a:r>
          </a:p>
        </p:txBody>
      </p:sp>
      <p:sp>
        <p:nvSpPr>
          <p:cNvPr id="11" name=""/>
          <p:cNvSpPr txBox="1"/>
          <p:nvPr/>
        </p:nvSpPr>
        <p:spPr>
          <a:xfrm>
            <a:off x="542925" y="3543300"/>
            <a:ext cx="8067675" cy="285750"/>
          </a:xfrm>
          <a:prstGeom prst="rect">
            <a:avLst/>
          </a:prstGeom>
          <a:noFill/>
        </p:spPr>
        <p:txBody>
          <a:bodyPr rtlCol="0" bIns="45720" lIns="91440" rIns="91440" tIns="45720">
            <a:spAutoFit/>
          </a:bodyPr>
          <a:lstStyle/>
          <a:p>
            <a:pPr algn="l" fontAlgn="base" marL="0" marR="0" indent="0" lvl="0">
              <a:lnSpc>
                <a:spcPct val="100%"/>
              </a:lnSpc>
            </a:pPr>
            <a:r>
              <a:rPr lang="en-US" sz="1400" spc="0" u="none">
                <a:solidFill>
                  <a:srgbClr val="3E3E3E">
                    <a:alpha val="100.00%"/>
                  </a:srgbClr>
                </a:solidFill>
                <a:latin typeface="Aptos"/>
              </a:rPr>
              <a:t><![CDATA[Coordinador nombre ]]></a:t>
            </a:r>
          </a:p>
        </p:txBody>
      </p:sp>
      <p:sp>
        <p:nvSpPr>
          <p:cNvPr id="12" name=""/>
          <p:cNvSpPr txBox="1"/>
          <p:nvPr/>
        </p:nvSpPr>
        <p:spPr>
          <a:xfrm>
            <a:off x="542925" y="3962400"/>
            <a:ext cx="8067675" cy="123825"/>
          </a:xfrm>
          <a:prstGeom prst="rect">
            <a:avLst/>
          </a:prstGeom>
          <a:noFill/>
        </p:spPr>
        <p:txBody>
          <a:bodyPr rtlCol="0" bIns="45720" lIns="91440" rIns="91440" tIns="45720">
            <a:spAutoFit/>
          </a:bodyPr>
          <a:lstStyle/>
          <a:p>
            <a:pPr algn="l" fontAlgn="base" marL="0" marR="0" indent="0" lvl="0">
              <a:lnSpc>
                <a:spcPct val="100%"/>
              </a:lnSpc>
            </a:pPr>
            <a:r>
              <a:rPr lang="en-US" b="1" sz="1000" spc="0" u="none">
                <a:solidFill>
                  <a:srgbClr val="800000">
                    <a:alpha val="100.00%"/>
                  </a:srgbClr>
                </a:solidFill>
                <a:latin typeface="Aptos"/>
              </a:rPr>
              <a:t><![CDATA[Responsable]]></a:t>
            </a:r>
          </a:p>
        </p:txBody>
      </p:sp>
      <p:sp>
        <p:nvSpPr>
          <p:cNvPr id="13" name=""/>
          <p:cNvSpPr txBox="1"/>
          <p:nvPr/>
        </p:nvSpPr>
        <p:spPr>
          <a:xfrm>
            <a:off x="542925" y="4124325"/>
            <a:ext cx="8067675" cy="285750"/>
          </a:xfrm>
          <a:prstGeom prst="rect">
            <a:avLst/>
          </a:prstGeom>
          <a:noFill/>
        </p:spPr>
        <p:txBody>
          <a:bodyPr rtlCol="0" bIns="45720" lIns="91440" rIns="91440" tIns="45720">
            <a:spAutoFit/>
          </a:bodyPr>
          <a:lstStyle/>
          <a:p>
            <a:pPr algn="l" fontAlgn="base" marL="0" marR="0" indent="0" lvl="0">
              <a:lnSpc>
                <a:spcPct val="100%"/>
              </a:lnSpc>
            </a:pPr>
            <a:r>
              <a:rPr lang="en-US" sz="1400" spc="0" u="none">
                <a:solidFill>
                  <a:srgbClr val="3E3E3E">
                    <a:alpha val="100.00%"/>
                  </a:srgbClr>
                </a:solidFill>
                <a:latin typeface="Aptos"/>
              </a:rPr>
              <a:t><![CDATA[Candelario Martínez García ]]></a:t>
            </a:r>
          </a:p>
        </p:txBody>
      </p:sp>
      <p:sp>
        <p:nvSpPr>
          <p:cNvPr id="14" name=""/>
          <p:cNvSpPr txBox="1"/>
          <p:nvPr/>
        </p:nvSpPr>
        <p:spPr>
          <a:xfrm>
            <a:off x="542925" y="4533900"/>
            <a:ext cx="8067675" cy="123825"/>
          </a:xfrm>
          <a:prstGeom prst="rect">
            <a:avLst/>
          </a:prstGeom>
          <a:noFill/>
        </p:spPr>
        <p:txBody>
          <a:bodyPr rtlCol="0" bIns="45720" lIns="91440" rIns="91440" tIns="45720">
            <a:spAutoFit/>
          </a:bodyPr>
          <a:lstStyle/>
          <a:p>
            <a:pPr algn="l" fontAlgn="base" marL="0" marR="0" indent="0" lvl="0">
              <a:lnSpc>
                <a:spcPct val="100%"/>
              </a:lnSpc>
            </a:pPr>
            <a:r>
              <a:rPr lang="en-US" b="1" sz="1000" spc="0" u="none">
                <a:solidFill>
                  <a:srgbClr val="800000">
                    <a:alpha val="100.00%"/>
                  </a:srgbClr>
                </a:solidFill>
                <a:latin typeface="Aptos"/>
              </a:rPr>
              <a:t><![CDATA[Duración]]></a:t>
            </a:r>
          </a:p>
        </p:txBody>
      </p:sp>
      <p:sp>
        <p:nvSpPr>
          <p:cNvPr id="15" name=""/>
          <p:cNvSpPr txBox="1"/>
          <p:nvPr/>
        </p:nvSpPr>
        <p:spPr>
          <a:xfrm>
            <a:off x="542925" y="4695825"/>
            <a:ext cx="8067675" cy="285750"/>
          </a:xfrm>
          <a:prstGeom prst="rect">
            <a:avLst/>
          </a:prstGeom>
          <a:noFill/>
        </p:spPr>
        <p:txBody>
          <a:bodyPr rtlCol="0" bIns="45720" lIns="91440" rIns="91440" tIns="45720">
            <a:spAutoFit/>
          </a:bodyPr>
          <a:lstStyle/>
          <a:p>
            <a:pPr algn="l" fontAlgn="base" marL="0" marR="0" indent="0" lvl="0">
              <a:lnSpc>
                <a:spcPct val="100%"/>
              </a:lnSpc>
            </a:pPr>
            <a:r>
              <a:rPr lang="en-US" sz="1400" spc="0" u="none">
                <a:solidFill>
                  <a:srgbClr val="3E3E3E">
                    <a:alpha val="100.00%"/>
                  </a:srgbClr>
                </a:solidFill>
                <a:latin typeface="Aptos"/>
              </a:rPr>
              <a:t><![CDATA[9 h 0 min]]>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4"/>
          <a:stretch>
            <a:fillRect/>
          </a:stretch>
        </a:blipFill>
      </p:bgPr>
    </p:bg>
    <p:spTree>
      <p:nvGrpSpPr>
        <p:cNvPr id="1" name=""/>
        <p:cNvGrpSpPr/>
        <p:nvPr/>
      </p:nvGrpSpPr>
      <p:grpSpPr>
        <a:xfrm>
          <a:off x="542925" y="762000"/>
          <a:ext cx="8610600" cy="5581650"/>
          <a:chOff x="542925" y="762000"/>
          <a:chExt cx="8610600" cy="5581650"/>
        </a:xfrm>
      </p:grpSpPr>
      <p:sp>
        <p:nvSpPr>
          <p:cNvPr id="1" name=""/>
          <p:cNvSpPr txBox="1"/>
          <p:nvPr/>
        </p:nvSpPr>
        <p:spPr>
          <a:xfrm>
            <a:off x="542925" y="762000"/>
            <a:ext cx="8067675" cy="200025"/>
          </a:xfrm>
          <a:prstGeom prst="rect">
            <a:avLst/>
          </a:prstGeom>
          <a:noFill/>
        </p:spPr>
        <p:txBody>
          <a:bodyPr rtlCol="0" bIns="45720" lIns="91440" rIns="91440" tIns="45720">
            <a:spAutoFit/>
          </a:bodyPr>
          <a:lstStyle/>
          <a:p>
            <a:pPr algn="l" fontAlgn="base" marL="0" marR="0" indent="0" lvl="0">
              <a:lnSpc>
                <a:spcPct val="100%"/>
              </a:lnSpc>
            </a:pPr>
            <a:r>
              <a:rPr lang="en-US" b="1" sz="1600" spc="0" u="none">
                <a:solidFill>
                  <a:srgbClr val="800000">
                    <a:alpha val="100.00%"/>
                  </a:srgbClr>
                </a:solidFill>
                <a:latin typeface="Aptos"/>
              </a:rPr>
              <a:t><![CDATA[Ubicación del evento]]></a:t>
            </a:r>
          </a:p>
        </p:txBody>
      </p:sp>
      <p:sp>
        <p:nvSpPr>
          <p:cNvPr id="2" name=""/>
          <p:cNvSpPr txBox="1"/>
          <p:nvPr/>
        </p:nvSpPr>
        <p:spPr>
          <a:xfrm>
            <a:off x="542925" y="1076325"/>
            <a:ext cx="8067675" cy="257175"/>
          </a:xfrm>
          <a:prstGeom prst="rect">
            <a:avLst/>
          </a:prstGeom>
          <a:noFill/>
        </p:spPr>
        <p:txBody>
          <a:bodyPr rtlCol="0" bIns="45720" lIns="91440" rIns="91440" tIns="45720">
            <a:spAutoFit/>
          </a:bodyPr>
          <a:lstStyle/>
          <a:p>
            <a:pPr algn="l" fontAlgn="base" marL="0" marR="0" indent="0" lvl="0">
              <a:lnSpc>
                <a:spcPct val="100%"/>
              </a:lnSpc>
            </a:pPr>
            <a:r>
              <a:rPr lang="en-US" sz="1400" spc="0" u="none">
                <a:solidFill>
                  <a:srgbClr val="3E3E3E">
                    <a:alpha val="100.00%"/>
                  </a:srgbClr>
                </a:solidFill>
                <a:latin typeface="Aptos"/>
              </a:rPr>
              <a:t><![CDATA[Dirección: Sn Sn Int. Sn CP 50260]]></a:t>
            </a:r>
          </a:p>
        </p:txBody>
      </p:sp>
      <p:sp>
        <p:nvSpPr>
          <p:cNvPr id="3" name=""/>
          <p:cNvSpPr txBox="1"/>
          <p:nvPr/>
        </p:nvSpPr>
        <p:spPr>
          <a:xfrm>
            <a:off x="542925" y="1371600"/>
            <a:ext cx="8067675" cy="200025"/>
          </a:xfrm>
          <a:prstGeom prst="rect">
            <a:avLst/>
          </a:prstGeom>
          <a:noFill/>
        </p:spPr>
        <p:txBody>
          <a:bodyPr rtlCol="0" bIns="45720" lIns="91440" rIns="91440" tIns="45720">
            <a:spAutoFit/>
          </a:bodyPr>
          <a:lstStyle/>
          <a:p>
            <a:pPr algn="l" fontAlgn="base" marL="0" marR="0" indent="0" lvl="0">
              <a:lnSpc>
                <a:spcPct val="100%"/>
              </a:lnSpc>
            </a:pPr>
            <a:r>
              <a:rPr lang="en-US" sz="1100" spc="0" u="none">
                <a:solidFill>
                  <a:srgbClr val="555555">
                    <a:alpha val="100.00%"/>
                  </a:srgbClr>
                </a:solidFill>
                <a:latin typeface="Aptos"/>
              </a:rPr>
              <a:t><![CDATA[Mapa: https://maps.app.goo.gl/UptmhF9JfEvRjHm86]]></a:t>
            </a:r>
          </a:p>
        </p:txBody>
      </p:sp>
      <p:pic>
        <p:nvPicPr>
          <p:cNvPr id="4" name="" descr="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7700" y="2619375"/>
            <a:ext cx="3600450" cy="2028825"/>
          </a:xfrm>
          <a:prstGeom prst="rect">
            <a:avLst/>
          </a:prstGeom>
        </p:spPr>
      </p:pic>
      <p:pic>
        <p:nvPicPr>
          <p:cNvPr id="5" name="" descr="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95875" y="1695450"/>
            <a:ext cx="3152775" cy="38862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2"/>
          <a:stretch>
            <a:fillRect/>
          </a:stretch>
        </a:blipFill>
      </p:bgPr>
    </p:bg>
    <p:spTree>
      <p:nvGrpSpPr>
        <p:cNvPr id="1" name=""/>
        <p:cNvGrpSpPr/>
        <p:nvPr/>
      </p:nvGrpSpPr>
      <p:grpSpPr>
        <a:xfrm>
          <a:off x="542925" y="762000"/>
          <a:ext cx="8610600" cy="2324100"/>
          <a:chOff x="542925" y="762000"/>
          <a:chExt cx="8610600" cy="2324100"/>
        </a:xfrm>
      </p:grpSpPr>
      <p:sp>
        <p:nvSpPr>
          <p:cNvPr id="1" name=""/>
          <p:cNvSpPr txBox="1"/>
          <p:nvPr/>
        </p:nvSpPr>
        <p:spPr>
          <a:xfrm>
            <a:off x="542925" y="762000"/>
            <a:ext cx="8067675" cy="200025"/>
          </a:xfrm>
          <a:prstGeom prst="rect">
            <a:avLst/>
          </a:prstGeom>
          <a:noFill/>
        </p:spPr>
        <p:txBody>
          <a:bodyPr rtlCol="0" bIns="45720" lIns="91440" rIns="91440" tIns="45720">
            <a:spAutoFit/>
          </a:bodyPr>
          <a:lstStyle/>
          <a:p>
            <a:pPr algn="l" fontAlgn="base" marL="0" marR="0" indent="0" lvl="0">
              <a:lnSpc>
                <a:spcPct val="100%"/>
              </a:lnSpc>
            </a:pPr>
            <a:r>
              <a:rPr lang="en-US" b="1" sz="1600" spc="0" u="none">
                <a:solidFill>
                  <a:srgbClr val="800000">
                    <a:alpha val="100.00%"/>
                  </a:srgbClr>
                </a:solidFill>
                <a:latin typeface="Aptos"/>
              </a:rPr>
              <a:t><![CDATA[Orden del día]]></a:t>
            </a:r>
          </a:p>
        </p:txBody>
      </p:sp>
      <p:sp>
        <p:nvSpPr>
          <p:cNvPr id="2" name=""/>
          <p:cNvSpPr txBox="1"/>
          <p:nvPr/>
        </p:nvSpPr>
        <p:spPr>
          <a:xfrm>
            <a:off x="733425" y="1104900"/>
            <a:ext cx="1485900" cy="180975"/>
          </a:xfrm>
          <a:prstGeom prst="rect">
            <a:avLst/>
          </a:prstGeom>
          <a:solidFill>
            <a:srgbClr val="800000">
              <a:alpha val="100.00%"/>
            </a:srgbClr>
          </a:solidFill>
          <a:ln w="12700" cap="flat" cmpd="sng" algn="ctr">
            <a:solidFill>
              <a:srgbClr val="D8C7C7">
                <a:alpha val="100.00%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 rtlCol="0" bIns="45720" lIns="91440" rIns="91440" tIns="45720">
            <a:spAutoFit/>
          </a:bodyPr>
          <a:lstStyle/>
          <a:p>
            <a:pPr algn="ctr" fontAlgn="base" marL="0" marR="0" indent="0" lvl="0">
              <a:lnSpc>
                <a:spcPct val="100%"/>
              </a:lnSpc>
            </a:pPr>
            <a:r>
              <a:rPr lang="en-US" b="1" sz="1100" spc="0" u="none">
                <a:solidFill>
                  <a:srgbClr val="FFFFFF">
                    <a:alpha val="100.00%"/>
                  </a:srgbClr>
                </a:solidFill>
                <a:latin typeface="Aptos"/>
              </a:rPr>
              <a:t><![CDATA[Hora]]></a:t>
            </a:r>
          </a:p>
        </p:txBody>
      </p:sp>
      <p:sp>
        <p:nvSpPr>
          <p:cNvPr id="3" name=""/>
          <p:cNvSpPr txBox="1"/>
          <p:nvPr/>
        </p:nvSpPr>
        <p:spPr>
          <a:xfrm>
            <a:off x="2276475" y="1104900"/>
            <a:ext cx="2657475" cy="180975"/>
          </a:xfrm>
          <a:prstGeom prst="rect">
            <a:avLst/>
          </a:prstGeom>
          <a:solidFill>
            <a:srgbClr val="800000">
              <a:alpha val="100.00%"/>
            </a:srgbClr>
          </a:solidFill>
          <a:ln w="12700" cap="flat" cmpd="sng" algn="ctr">
            <a:solidFill>
              <a:srgbClr val="D8C7C7">
                <a:alpha val="100.00%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 rtlCol="0" bIns="45720" lIns="91440" rIns="91440" tIns="45720">
            <a:spAutoFit/>
          </a:bodyPr>
          <a:lstStyle/>
          <a:p>
            <a:pPr algn="ctr" fontAlgn="base" marL="0" marR="0" indent="0" lvl="0">
              <a:lnSpc>
                <a:spcPct val="100%"/>
              </a:lnSpc>
            </a:pPr>
            <a:r>
              <a:rPr lang="en-US" b="1" sz="1100" spc="0" u="none">
                <a:solidFill>
                  <a:srgbClr val="FFFFFF">
                    <a:alpha val="100.00%"/>
                  </a:srgbClr>
                </a:solidFill>
                <a:latin typeface="Aptos"/>
              </a:rPr>
              <a:t><![CDATA[Actividad]]></a:t>
            </a:r>
          </a:p>
        </p:txBody>
      </p:sp>
      <p:sp>
        <p:nvSpPr>
          <p:cNvPr id="4" name=""/>
          <p:cNvSpPr txBox="1"/>
          <p:nvPr/>
        </p:nvSpPr>
        <p:spPr>
          <a:xfrm>
            <a:off x="4991100" y="1104900"/>
            <a:ext cx="2266950" cy="180975"/>
          </a:xfrm>
          <a:prstGeom prst="rect">
            <a:avLst/>
          </a:prstGeom>
          <a:solidFill>
            <a:srgbClr val="800000">
              <a:alpha val="100.00%"/>
            </a:srgbClr>
          </a:solidFill>
          <a:ln w="12700" cap="flat" cmpd="sng" algn="ctr">
            <a:solidFill>
              <a:srgbClr val="D8C7C7">
                <a:alpha val="100.00%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 rtlCol="0" bIns="45720" lIns="91440" rIns="91440" tIns="45720">
            <a:spAutoFit/>
          </a:bodyPr>
          <a:lstStyle/>
          <a:p>
            <a:pPr algn="ctr" fontAlgn="base" marL="0" marR="0" indent="0" lvl="0">
              <a:lnSpc>
                <a:spcPct val="100%"/>
              </a:lnSpc>
            </a:pPr>
            <a:r>
              <a:rPr lang="en-US" b="1" sz="1100" spc="0" u="none">
                <a:solidFill>
                  <a:srgbClr val="FFFFFF">
                    <a:alpha val="100.00%"/>
                  </a:srgbClr>
                </a:solidFill>
                <a:latin typeface="Aptos"/>
              </a:rPr>
              <a:t><![CDATA[Responsable]]></a:t>
            </a:r>
          </a:p>
        </p:txBody>
      </p:sp>
      <p:sp>
        <p:nvSpPr>
          <p:cNvPr id="5" name=""/>
          <p:cNvSpPr txBox="1"/>
          <p:nvPr/>
        </p:nvSpPr>
        <p:spPr>
          <a:xfrm>
            <a:off x="7315200" y="1104900"/>
            <a:ext cx="1104900" cy="180975"/>
          </a:xfrm>
          <a:prstGeom prst="rect">
            <a:avLst/>
          </a:prstGeom>
          <a:solidFill>
            <a:srgbClr val="800000">
              <a:alpha val="100.00%"/>
            </a:srgbClr>
          </a:solidFill>
          <a:ln w="12700" cap="flat" cmpd="sng" algn="ctr">
            <a:solidFill>
              <a:srgbClr val="D8C7C7">
                <a:alpha val="100.00%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 rtlCol="0" bIns="45720" lIns="91440" rIns="91440" tIns="45720">
            <a:spAutoFit/>
          </a:bodyPr>
          <a:lstStyle/>
          <a:p>
            <a:pPr algn="ctr" fontAlgn="base" marL="0" marR="0" indent="0" lvl="0">
              <a:lnSpc>
                <a:spcPct val="100%"/>
              </a:lnSpc>
            </a:pPr>
            <a:r>
              <a:rPr lang="en-US" b="1" sz="1100" spc="0" u="none">
                <a:solidFill>
                  <a:srgbClr val="FFFFFF">
                    <a:alpha val="100.00%"/>
                  </a:srgbClr>
                </a:solidFill>
                <a:latin typeface="Aptos"/>
              </a:rPr>
              <a:t><![CDATA[Duración]]></a:t>
            </a:r>
          </a:p>
        </p:txBody>
      </p:sp>
      <p:sp>
        <p:nvSpPr>
          <p:cNvPr id="6" name=""/>
          <p:cNvSpPr txBox="1"/>
          <p:nvPr/>
        </p:nvSpPr>
        <p:spPr>
          <a:xfrm>
            <a:off x="733425" y="1323975"/>
            <a:ext cx="1485900" cy="161925"/>
          </a:xfrm>
          <a:prstGeom prst="rect">
            <a:avLst/>
          </a:prstGeom>
          <a:noFill/>
          <a:ln w="12700" cap="flat" cmpd="sng" algn="ctr">
            <a:solidFill>
              <a:srgbClr val="D8C7C7">
                <a:alpha val="100.00%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 rtlCol="0" bIns="45720" lIns="91440" rIns="91440" tIns="45720">
            <a:spAutoFit/>
          </a:bodyPr>
          <a:lstStyle/>
          <a:p>
            <a:pPr algn="l" fontAlgn="base" marL="0" marR="0" indent="0" lvl="0">
              <a:lnSpc>
                <a:spcPct val="100%"/>
              </a:lnSpc>
            </a:pPr>
            <a:r>
              <a:rPr lang="en-US" sz="1000" spc="0" u="none">
                <a:solidFill>
                  <a:srgbClr val="3E3E3E">
                    <a:alpha val="100.00%"/>
                  </a:srgbClr>
                </a:solidFill>
                <a:latin typeface="Aptos"/>
              </a:rPr>
              <a:t><![CDATA[09:00 - 09:50]]></a:t>
            </a:r>
          </a:p>
        </p:txBody>
      </p:sp>
      <p:sp>
        <p:nvSpPr>
          <p:cNvPr id="7" name=""/>
          <p:cNvSpPr txBox="1"/>
          <p:nvPr/>
        </p:nvSpPr>
        <p:spPr>
          <a:xfrm>
            <a:off x="2276475" y="1323975"/>
            <a:ext cx="2657475" cy="161925"/>
          </a:xfrm>
          <a:prstGeom prst="rect">
            <a:avLst/>
          </a:prstGeom>
          <a:noFill/>
          <a:ln w="12700" cap="flat" cmpd="sng" algn="ctr">
            <a:solidFill>
              <a:srgbClr val="D8C7C7">
                <a:alpha val="100.00%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 rtlCol="0" bIns="45720" lIns="91440" rIns="91440" tIns="45720">
            <a:spAutoFit/>
          </a:bodyPr>
          <a:lstStyle/>
          <a:p>
            <a:pPr algn="l" fontAlgn="base" marL="0" marR="0" indent="0" lvl="0">
              <a:lnSpc>
                <a:spcPct val="100%"/>
              </a:lnSpc>
            </a:pPr>
            <a:r>
              <a:rPr lang="en-US" sz="1000" spc="0" u="none">
                <a:solidFill>
                  <a:srgbClr val="3E3E3E">
                    <a:alpha val="100.00%"/>
                  </a:srgbClr>
                </a:solidFill>
                <a:latin typeface="Aptos"/>
              </a:rPr>
              <a:t><![CDATA[Inicio]]></a:t>
            </a:r>
          </a:p>
        </p:txBody>
      </p:sp>
      <p:sp>
        <p:nvSpPr>
          <p:cNvPr id="8" name=""/>
          <p:cNvSpPr txBox="1"/>
          <p:nvPr/>
        </p:nvSpPr>
        <p:spPr>
          <a:xfrm>
            <a:off x="4991100" y="1323975"/>
            <a:ext cx="2266950" cy="161925"/>
          </a:xfrm>
          <a:prstGeom prst="rect">
            <a:avLst/>
          </a:prstGeom>
          <a:noFill/>
          <a:ln w="12700" cap="flat" cmpd="sng" algn="ctr">
            <a:solidFill>
              <a:srgbClr val="D8C7C7">
                <a:alpha val="100.00%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 rtlCol="0" bIns="45720" lIns="91440" rIns="91440" tIns="45720">
            <a:spAutoFit/>
          </a:bodyPr>
          <a:lstStyle/>
          <a:p>
            <a:pPr algn="l" fontAlgn="base" marL="0" marR="0" indent="0" lvl="0">
              <a:lnSpc>
                <a:spcPct val="100%"/>
              </a:lnSpc>
            </a:pPr>
            <a:r>
              <a:rPr lang="en-US" sz="1000" spc="0" u="none">
                <a:solidFill>
                  <a:srgbClr val="3E3E3E">
                    <a:alpha val="100.00%"/>
                  </a:srgbClr>
                </a:solidFill>
                <a:latin typeface="Aptos"/>
              </a:rPr>
              <a:t><![CDATA[Jesus]]></a:t>
            </a:r>
          </a:p>
        </p:txBody>
      </p:sp>
      <p:sp>
        <p:nvSpPr>
          <p:cNvPr id="9" name=""/>
          <p:cNvSpPr txBox="1"/>
          <p:nvPr/>
        </p:nvSpPr>
        <p:spPr>
          <a:xfrm>
            <a:off x="7315200" y="1323975"/>
            <a:ext cx="1104900" cy="161925"/>
          </a:xfrm>
          <a:prstGeom prst="rect">
            <a:avLst/>
          </a:prstGeom>
          <a:noFill/>
          <a:ln w="12700" cap="flat" cmpd="sng" algn="ctr">
            <a:solidFill>
              <a:srgbClr val="D8C7C7">
                <a:alpha val="100.00%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 rtlCol="0" bIns="45720" lIns="91440" rIns="91440" tIns="45720">
            <a:spAutoFit/>
          </a:bodyPr>
          <a:lstStyle/>
          <a:p>
            <a:pPr algn="l" fontAlgn="base" marL="0" marR="0" indent="0" lvl="0">
              <a:lnSpc>
                <a:spcPct val="100%"/>
              </a:lnSpc>
            </a:pPr>
            <a:r>
              <a:rPr lang="en-US" sz="1000" spc="0" u="none">
                <a:solidFill>
                  <a:srgbClr val="3E3E3E">
                    <a:alpha val="100.00%"/>
                  </a:srgbClr>
                </a:solidFill>
                <a:latin typeface="Aptos"/>
              </a:rPr>
              <a:t><![CDATA[50 min]]></a:t>
            </a:r>
          </a:p>
        </p:txBody>
      </p:sp>
      <p:sp>
        <p:nvSpPr>
          <p:cNvPr id="10" name=""/>
          <p:cNvSpPr txBox="1"/>
          <p:nvPr/>
        </p:nvSpPr>
        <p:spPr>
          <a:xfrm>
            <a:off x="733425" y="1533525"/>
            <a:ext cx="1485900" cy="161925"/>
          </a:xfrm>
          <a:prstGeom prst="rect">
            <a:avLst/>
          </a:prstGeom>
          <a:noFill/>
          <a:ln w="12700" cap="flat" cmpd="sng" algn="ctr">
            <a:solidFill>
              <a:srgbClr val="D8C7C7">
                <a:alpha val="100.00%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 rtlCol="0" bIns="45720" lIns="91440" rIns="91440" tIns="45720">
            <a:spAutoFit/>
          </a:bodyPr>
          <a:lstStyle/>
          <a:p>
            <a:pPr algn="l" fontAlgn="base" marL="0" marR="0" indent="0" lvl="0">
              <a:lnSpc>
                <a:spcPct val="100%"/>
              </a:lnSpc>
            </a:pPr>
            <a:r>
              <a:rPr lang="en-US" sz="1000" spc="0" u="none">
                <a:solidFill>
                  <a:srgbClr val="3E3E3E">
                    <a:alpha val="100.00%"/>
                  </a:srgbClr>
                </a:solidFill>
                <a:latin typeface="Aptos"/>
              </a:rPr>
              <a:t><![CDATA[09:50 - 12:20]]></a:t>
            </a:r>
          </a:p>
        </p:txBody>
      </p:sp>
      <p:sp>
        <p:nvSpPr>
          <p:cNvPr id="11" name=""/>
          <p:cNvSpPr txBox="1"/>
          <p:nvPr/>
        </p:nvSpPr>
        <p:spPr>
          <a:xfrm>
            <a:off x="2276475" y="1533525"/>
            <a:ext cx="2657475" cy="161925"/>
          </a:xfrm>
          <a:prstGeom prst="rect">
            <a:avLst/>
          </a:prstGeom>
          <a:noFill/>
          <a:ln w="12700" cap="flat" cmpd="sng" algn="ctr">
            <a:solidFill>
              <a:srgbClr val="D8C7C7">
                <a:alpha val="100.00%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 rtlCol="0" bIns="45720" lIns="91440" rIns="91440" tIns="45720">
            <a:spAutoFit/>
          </a:bodyPr>
          <a:lstStyle/>
          <a:p>
            <a:pPr algn="l" fontAlgn="base" marL="0" marR="0" indent="0" lvl="0">
              <a:lnSpc>
                <a:spcPct val="100%"/>
              </a:lnSpc>
            </a:pPr>
            <a:r>
              <a:rPr lang="en-US" sz="1000" spc="0" u="none">
                <a:solidFill>
                  <a:srgbClr val="3E3E3E">
                    <a:alpha val="100.00%"/>
                  </a:srgbClr>
                </a:solidFill>
                <a:latin typeface="Aptos"/>
              </a:rPr>
              <a:t><![CDATA[Act 1]]></a:t>
            </a:r>
          </a:p>
        </p:txBody>
      </p:sp>
      <p:sp>
        <p:nvSpPr>
          <p:cNvPr id="12" name=""/>
          <p:cNvSpPr txBox="1"/>
          <p:nvPr/>
        </p:nvSpPr>
        <p:spPr>
          <a:xfrm>
            <a:off x="4991100" y="1533525"/>
            <a:ext cx="2266950" cy="161925"/>
          </a:xfrm>
          <a:prstGeom prst="rect">
            <a:avLst/>
          </a:prstGeom>
          <a:noFill/>
          <a:ln w="12700" cap="flat" cmpd="sng" algn="ctr">
            <a:solidFill>
              <a:srgbClr val="D8C7C7">
                <a:alpha val="100.00%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 rtlCol="0" bIns="45720" lIns="91440" rIns="91440" tIns="45720">
            <a:spAutoFit/>
          </a:bodyPr>
          <a:lstStyle/>
          <a:p>
            <a:pPr algn="l" fontAlgn="base" marL="0" marR="0" indent="0" lvl="0">
              <a:lnSpc>
                <a:spcPct val="100%"/>
              </a:lnSpc>
            </a:pPr>
            <a:r>
              <a:rPr lang="en-US" sz="1000" spc="0" u="none">
                <a:solidFill>
                  <a:srgbClr val="3E3E3E">
                    <a:alpha val="100.00%"/>
                  </a:srgbClr>
                </a:solidFill>
                <a:latin typeface="Aptos"/>
              </a:rPr>
              <a:t><![CDATA[Jazmin]]></a:t>
            </a:r>
          </a:p>
        </p:txBody>
      </p:sp>
      <p:sp>
        <p:nvSpPr>
          <p:cNvPr id="13" name=""/>
          <p:cNvSpPr txBox="1"/>
          <p:nvPr/>
        </p:nvSpPr>
        <p:spPr>
          <a:xfrm>
            <a:off x="7315200" y="1533525"/>
            <a:ext cx="1104900" cy="161925"/>
          </a:xfrm>
          <a:prstGeom prst="rect">
            <a:avLst/>
          </a:prstGeom>
          <a:noFill/>
          <a:ln w="12700" cap="flat" cmpd="sng" algn="ctr">
            <a:solidFill>
              <a:srgbClr val="D8C7C7">
                <a:alpha val="100.00%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 rtlCol="0" bIns="45720" lIns="91440" rIns="91440" tIns="45720">
            <a:spAutoFit/>
          </a:bodyPr>
          <a:lstStyle/>
          <a:p>
            <a:pPr algn="l" fontAlgn="base" marL="0" marR="0" indent="0" lvl="0">
              <a:lnSpc>
                <a:spcPct val="100%"/>
              </a:lnSpc>
            </a:pPr>
            <a:r>
              <a:rPr lang="en-US" sz="1000" spc="0" u="none">
                <a:solidFill>
                  <a:srgbClr val="3E3E3E">
                    <a:alpha val="100.00%"/>
                  </a:srgbClr>
                </a:solidFill>
                <a:latin typeface="Aptos"/>
              </a:rPr>
              <a:t><![CDATA[150 min]]></a:t>
            </a:r>
          </a:p>
        </p:txBody>
      </p:sp>
      <p:sp>
        <p:nvSpPr>
          <p:cNvPr id="14" name=""/>
          <p:cNvSpPr txBox="1"/>
          <p:nvPr/>
        </p:nvSpPr>
        <p:spPr>
          <a:xfrm>
            <a:off x="733425" y="1743075"/>
            <a:ext cx="1485900" cy="161925"/>
          </a:xfrm>
          <a:prstGeom prst="rect">
            <a:avLst/>
          </a:prstGeom>
          <a:noFill/>
          <a:ln w="12700" cap="flat" cmpd="sng" algn="ctr">
            <a:solidFill>
              <a:srgbClr val="D8C7C7">
                <a:alpha val="100.00%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 rtlCol="0" bIns="45720" lIns="91440" rIns="91440" tIns="45720">
            <a:spAutoFit/>
          </a:bodyPr>
          <a:lstStyle/>
          <a:p>
            <a:pPr algn="l" fontAlgn="base" marL="0" marR="0" indent="0" lvl="0">
              <a:lnSpc>
                <a:spcPct val="100%"/>
              </a:lnSpc>
            </a:pPr>
            <a:r>
              <a:rPr lang="en-US" sz="1000" spc="0" u="none">
                <a:solidFill>
                  <a:srgbClr val="3E3E3E">
                    <a:alpha val="100.00%"/>
                  </a:srgbClr>
                </a:solidFill>
                <a:latin typeface="Aptos"/>
              </a:rPr>
              <a:t><![CDATA[12:20 - 14:50]]></a:t>
            </a:r>
          </a:p>
        </p:txBody>
      </p:sp>
      <p:sp>
        <p:nvSpPr>
          <p:cNvPr id="15" name=""/>
          <p:cNvSpPr txBox="1"/>
          <p:nvPr/>
        </p:nvSpPr>
        <p:spPr>
          <a:xfrm>
            <a:off x="2276475" y="1743075"/>
            <a:ext cx="2657475" cy="161925"/>
          </a:xfrm>
          <a:prstGeom prst="rect">
            <a:avLst/>
          </a:prstGeom>
          <a:noFill/>
          <a:ln w="12700" cap="flat" cmpd="sng" algn="ctr">
            <a:solidFill>
              <a:srgbClr val="D8C7C7">
                <a:alpha val="100.00%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 rtlCol="0" bIns="45720" lIns="91440" rIns="91440" tIns="45720">
            <a:spAutoFit/>
          </a:bodyPr>
          <a:lstStyle/>
          <a:p>
            <a:pPr algn="l" fontAlgn="base" marL="0" marR="0" indent="0" lvl="0">
              <a:lnSpc>
                <a:spcPct val="100%"/>
              </a:lnSpc>
            </a:pPr>
            <a:r>
              <a:rPr lang="en-US" sz="1000" spc="0" u="none">
                <a:solidFill>
                  <a:srgbClr val="3E3E3E">
                    <a:alpha val="100.00%"/>
                  </a:srgbClr>
                </a:solidFill>
                <a:latin typeface="Aptos"/>
              </a:rPr>
              <a:t><![CDATA[Act 2]]></a:t>
            </a:r>
          </a:p>
        </p:txBody>
      </p:sp>
      <p:sp>
        <p:nvSpPr>
          <p:cNvPr id="16" name=""/>
          <p:cNvSpPr txBox="1"/>
          <p:nvPr/>
        </p:nvSpPr>
        <p:spPr>
          <a:xfrm>
            <a:off x="4991100" y="1743075"/>
            <a:ext cx="2266950" cy="161925"/>
          </a:xfrm>
          <a:prstGeom prst="rect">
            <a:avLst/>
          </a:prstGeom>
          <a:noFill/>
          <a:ln w="12700" cap="flat" cmpd="sng" algn="ctr">
            <a:solidFill>
              <a:srgbClr val="D8C7C7">
                <a:alpha val="100.00%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 rtlCol="0" bIns="45720" lIns="91440" rIns="91440" tIns="45720">
            <a:spAutoFit/>
          </a:bodyPr>
          <a:lstStyle/>
          <a:p>
            <a:pPr algn="l" fontAlgn="base" marL="0" marR="0" indent="0" lvl="0">
              <a:lnSpc>
                <a:spcPct val="100%"/>
              </a:lnSpc>
            </a:pPr>
            <a:r>
              <a:rPr lang="en-US" sz="1000" spc="0" u="none">
                <a:solidFill>
                  <a:srgbClr val="3E3E3E">
                    <a:alpha val="100.00%"/>
                  </a:srgbClr>
                </a:solidFill>
                <a:latin typeface="Aptos"/>
              </a:rPr>
              <a:t><![CDATA[Oscar]]></a:t>
            </a:r>
          </a:p>
        </p:txBody>
      </p:sp>
      <p:sp>
        <p:nvSpPr>
          <p:cNvPr id="17" name=""/>
          <p:cNvSpPr txBox="1"/>
          <p:nvPr/>
        </p:nvSpPr>
        <p:spPr>
          <a:xfrm>
            <a:off x="7315200" y="1743075"/>
            <a:ext cx="1104900" cy="161925"/>
          </a:xfrm>
          <a:prstGeom prst="rect">
            <a:avLst/>
          </a:prstGeom>
          <a:noFill/>
          <a:ln w="12700" cap="flat" cmpd="sng" algn="ctr">
            <a:solidFill>
              <a:srgbClr val="D8C7C7">
                <a:alpha val="100.00%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 rtlCol="0" bIns="45720" lIns="91440" rIns="91440" tIns="45720">
            <a:spAutoFit/>
          </a:bodyPr>
          <a:lstStyle/>
          <a:p>
            <a:pPr algn="l" fontAlgn="base" marL="0" marR="0" indent="0" lvl="0">
              <a:lnSpc>
                <a:spcPct val="100%"/>
              </a:lnSpc>
            </a:pPr>
            <a:r>
              <a:rPr lang="en-US" sz="1000" spc="0" u="none">
                <a:solidFill>
                  <a:srgbClr val="3E3E3E">
                    <a:alpha val="100.00%"/>
                  </a:srgbClr>
                </a:solidFill>
                <a:latin typeface="Aptos"/>
              </a:rPr>
              <a:t><![CDATA[150 min]]></a:t>
            </a:r>
          </a:p>
        </p:txBody>
      </p:sp>
      <p:sp>
        <p:nvSpPr>
          <p:cNvPr id="18" name=""/>
          <p:cNvSpPr txBox="1"/>
          <p:nvPr/>
        </p:nvSpPr>
        <p:spPr>
          <a:xfrm>
            <a:off x="733425" y="1952625"/>
            <a:ext cx="1485900" cy="161925"/>
          </a:xfrm>
          <a:prstGeom prst="rect">
            <a:avLst/>
          </a:prstGeom>
          <a:noFill/>
          <a:ln w="12700" cap="flat" cmpd="sng" algn="ctr">
            <a:solidFill>
              <a:srgbClr val="D8C7C7">
                <a:alpha val="100.00%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 rtlCol="0" bIns="45720" lIns="91440" rIns="91440" tIns="45720">
            <a:spAutoFit/>
          </a:bodyPr>
          <a:lstStyle/>
          <a:p>
            <a:pPr algn="l" fontAlgn="base" marL="0" marR="0" indent="0" lvl="0">
              <a:lnSpc>
                <a:spcPct val="100%"/>
              </a:lnSpc>
            </a:pPr>
            <a:r>
              <a:rPr lang="en-US" sz="1000" spc="0" u="none">
                <a:solidFill>
                  <a:srgbClr val="3E3E3E">
                    <a:alpha val="100.00%"/>
                  </a:srgbClr>
                </a:solidFill>
                <a:latin typeface="Aptos"/>
              </a:rPr>
              <a:t><![CDATA[14:50 - 17:20]]></a:t>
            </a:r>
          </a:p>
        </p:txBody>
      </p:sp>
      <p:sp>
        <p:nvSpPr>
          <p:cNvPr id="19" name=""/>
          <p:cNvSpPr txBox="1"/>
          <p:nvPr/>
        </p:nvSpPr>
        <p:spPr>
          <a:xfrm>
            <a:off x="2276475" y="1952625"/>
            <a:ext cx="2657475" cy="161925"/>
          </a:xfrm>
          <a:prstGeom prst="rect">
            <a:avLst/>
          </a:prstGeom>
          <a:noFill/>
          <a:ln w="12700" cap="flat" cmpd="sng" algn="ctr">
            <a:solidFill>
              <a:srgbClr val="D8C7C7">
                <a:alpha val="100.00%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 rtlCol="0" bIns="45720" lIns="91440" rIns="91440" tIns="45720">
            <a:spAutoFit/>
          </a:bodyPr>
          <a:lstStyle/>
          <a:p>
            <a:pPr algn="l" fontAlgn="base" marL="0" marR="0" indent="0" lvl="0">
              <a:lnSpc>
                <a:spcPct val="100%"/>
              </a:lnSpc>
            </a:pPr>
            <a:r>
              <a:rPr lang="en-US" sz="1000" spc="0" u="none">
                <a:solidFill>
                  <a:srgbClr val="3E3E3E">
                    <a:alpha val="100.00%"/>
                  </a:srgbClr>
                </a:solidFill>
                <a:latin typeface="Aptos"/>
              </a:rPr>
              <a:t><![CDATA[Act 3]]></a:t>
            </a:r>
          </a:p>
        </p:txBody>
      </p:sp>
      <p:sp>
        <p:nvSpPr>
          <p:cNvPr id="20" name=""/>
          <p:cNvSpPr txBox="1"/>
          <p:nvPr/>
        </p:nvSpPr>
        <p:spPr>
          <a:xfrm>
            <a:off x="4991100" y="1952625"/>
            <a:ext cx="2266950" cy="161925"/>
          </a:xfrm>
          <a:prstGeom prst="rect">
            <a:avLst/>
          </a:prstGeom>
          <a:noFill/>
          <a:ln w="12700" cap="flat" cmpd="sng" algn="ctr">
            <a:solidFill>
              <a:srgbClr val="D8C7C7">
                <a:alpha val="100.00%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 rtlCol="0" bIns="45720" lIns="91440" rIns="91440" tIns="45720">
            <a:spAutoFit/>
          </a:bodyPr>
          <a:lstStyle/>
          <a:p>
            <a:pPr algn="l" fontAlgn="base" marL="0" marR="0" indent="0" lvl="0">
              <a:lnSpc>
                <a:spcPct val="100%"/>
              </a:lnSpc>
            </a:pPr>
            <a:r>
              <a:rPr lang="en-US" sz="1000" spc="0" u="none">
                <a:solidFill>
                  <a:srgbClr val="3E3E3E">
                    <a:alpha val="100.00%"/>
                  </a:srgbClr>
                </a:solidFill>
                <a:latin typeface="Aptos"/>
              </a:rPr>
              <a:t><![CDATA[Oscar]]></a:t>
            </a:r>
          </a:p>
        </p:txBody>
      </p:sp>
      <p:sp>
        <p:nvSpPr>
          <p:cNvPr id="21" name=""/>
          <p:cNvSpPr txBox="1"/>
          <p:nvPr/>
        </p:nvSpPr>
        <p:spPr>
          <a:xfrm>
            <a:off x="7315200" y="1952625"/>
            <a:ext cx="1104900" cy="161925"/>
          </a:xfrm>
          <a:prstGeom prst="rect">
            <a:avLst/>
          </a:prstGeom>
          <a:noFill/>
          <a:ln w="12700" cap="flat" cmpd="sng" algn="ctr">
            <a:solidFill>
              <a:srgbClr val="D8C7C7">
                <a:alpha val="100.00%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 rtlCol="0" bIns="45720" lIns="91440" rIns="91440" tIns="45720">
            <a:spAutoFit/>
          </a:bodyPr>
          <a:lstStyle/>
          <a:p>
            <a:pPr algn="l" fontAlgn="base" marL="0" marR="0" indent="0" lvl="0">
              <a:lnSpc>
                <a:spcPct val="100%"/>
              </a:lnSpc>
            </a:pPr>
            <a:r>
              <a:rPr lang="en-US" sz="1000" spc="0" u="none">
                <a:solidFill>
                  <a:srgbClr val="3E3E3E">
                    <a:alpha val="100.00%"/>
                  </a:srgbClr>
                </a:solidFill>
                <a:latin typeface="Aptos"/>
              </a:rPr>
              <a:t><![CDATA[150 min]]></a:t>
            </a:r>
          </a:p>
        </p:txBody>
      </p:sp>
      <p:sp>
        <p:nvSpPr>
          <p:cNvPr id="22" name=""/>
          <p:cNvSpPr txBox="1"/>
          <p:nvPr/>
        </p:nvSpPr>
        <p:spPr>
          <a:xfrm>
            <a:off x="733425" y="2162175"/>
            <a:ext cx="1485900" cy="161925"/>
          </a:xfrm>
          <a:prstGeom prst="rect">
            <a:avLst/>
          </a:prstGeom>
          <a:noFill/>
          <a:ln w="12700" cap="flat" cmpd="sng" algn="ctr">
            <a:solidFill>
              <a:srgbClr val="D8C7C7">
                <a:alpha val="100.00%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 rtlCol="0" bIns="45720" lIns="91440" rIns="91440" tIns="45720">
            <a:spAutoFit/>
          </a:bodyPr>
          <a:lstStyle/>
          <a:p>
            <a:pPr algn="l" fontAlgn="base" marL="0" marR="0" indent="0" lvl="0">
              <a:lnSpc>
                <a:spcPct val="100%"/>
              </a:lnSpc>
            </a:pPr>
            <a:r>
              <a:rPr lang="en-US" sz="1000" spc="0" u="none">
                <a:solidFill>
                  <a:srgbClr val="3E3E3E">
                    <a:alpha val="100.00%"/>
                  </a:srgbClr>
                </a:solidFill>
                <a:latin typeface="Aptos"/>
              </a:rPr>
              <a:t><![CDATA[17:20 - 18:00]]></a:t>
            </a:r>
          </a:p>
        </p:txBody>
      </p:sp>
      <p:sp>
        <p:nvSpPr>
          <p:cNvPr id="23" name=""/>
          <p:cNvSpPr txBox="1"/>
          <p:nvPr/>
        </p:nvSpPr>
        <p:spPr>
          <a:xfrm>
            <a:off x="2276475" y="2162175"/>
            <a:ext cx="2657475" cy="161925"/>
          </a:xfrm>
          <a:prstGeom prst="rect">
            <a:avLst/>
          </a:prstGeom>
          <a:noFill/>
          <a:ln w="12700" cap="flat" cmpd="sng" algn="ctr">
            <a:solidFill>
              <a:srgbClr val="D8C7C7">
                <a:alpha val="100.00%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 rtlCol="0" bIns="45720" lIns="91440" rIns="91440" tIns="45720">
            <a:spAutoFit/>
          </a:bodyPr>
          <a:lstStyle/>
          <a:p>
            <a:pPr algn="l" fontAlgn="base" marL="0" marR="0" indent="0" lvl="0">
              <a:lnSpc>
                <a:spcPct val="100%"/>
              </a:lnSpc>
            </a:pPr>
            <a:r>
              <a:rPr lang="en-US" sz="1000" spc="0" u="none">
                <a:solidFill>
                  <a:srgbClr val="3E3E3E">
                    <a:alpha val="100.00%"/>
                  </a:srgbClr>
                </a:solidFill>
                <a:latin typeface="Aptos"/>
              </a:rPr>
              <a:t><![CDATA[Fin]]></a:t>
            </a:r>
          </a:p>
        </p:txBody>
      </p:sp>
      <p:sp>
        <p:nvSpPr>
          <p:cNvPr id="24" name=""/>
          <p:cNvSpPr txBox="1"/>
          <p:nvPr/>
        </p:nvSpPr>
        <p:spPr>
          <a:xfrm>
            <a:off x="4991100" y="2162175"/>
            <a:ext cx="2266950" cy="161925"/>
          </a:xfrm>
          <a:prstGeom prst="rect">
            <a:avLst/>
          </a:prstGeom>
          <a:noFill/>
          <a:ln w="12700" cap="flat" cmpd="sng" algn="ctr">
            <a:solidFill>
              <a:srgbClr val="D8C7C7">
                <a:alpha val="100.00%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 rtlCol="0" bIns="45720" lIns="91440" rIns="91440" tIns="45720">
            <a:spAutoFit/>
          </a:bodyPr>
          <a:lstStyle/>
          <a:p>
            <a:pPr algn="l" fontAlgn="base" marL="0" marR="0" indent="0" lvl="0">
              <a:lnSpc>
                <a:spcPct val="100%"/>
              </a:lnSpc>
            </a:pPr>
            <a:r>
              <a:rPr lang="en-US" sz="1000" spc="0" u="none">
                <a:solidFill>
                  <a:srgbClr val="3E3E3E">
                    <a:alpha val="100.00%"/>
                  </a:srgbClr>
                </a:solidFill>
                <a:latin typeface="Aptos"/>
              </a:rPr>
              <a:t><![CDATA[Sofia]]></a:t>
            </a:r>
          </a:p>
        </p:txBody>
      </p:sp>
      <p:sp>
        <p:nvSpPr>
          <p:cNvPr id="25" name=""/>
          <p:cNvSpPr txBox="1"/>
          <p:nvPr/>
        </p:nvSpPr>
        <p:spPr>
          <a:xfrm>
            <a:off x="7315200" y="2162175"/>
            <a:ext cx="1104900" cy="161925"/>
          </a:xfrm>
          <a:prstGeom prst="rect">
            <a:avLst/>
          </a:prstGeom>
          <a:noFill/>
          <a:ln w="12700" cap="flat" cmpd="sng" algn="ctr">
            <a:solidFill>
              <a:srgbClr val="D8C7C7">
                <a:alpha val="100.00%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 rtlCol="0" bIns="45720" lIns="91440" rIns="91440" tIns="45720">
            <a:spAutoFit/>
          </a:bodyPr>
          <a:lstStyle/>
          <a:p>
            <a:pPr algn="l" fontAlgn="base" marL="0" marR="0" indent="0" lvl="0">
              <a:lnSpc>
                <a:spcPct val="100%"/>
              </a:lnSpc>
            </a:pPr>
            <a:r>
              <a:rPr lang="en-US" sz="1000" spc="0" u="none">
                <a:solidFill>
                  <a:srgbClr val="3E3E3E">
                    <a:alpha val="100.00%"/>
                  </a:srgbClr>
                </a:solidFill>
                <a:latin typeface="Aptos"/>
              </a:rPr>
              <a:t><![CDATA[40 min]]>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2"/>
          <a:stretch>
            <a:fillRect/>
          </a:stretch>
        </a:blipFill>
      </p:bgPr>
    </p:bg>
    <p:spTree>
      <p:nvGrpSpPr>
        <p:cNvPr id="1" name=""/>
        <p:cNvGrpSpPr/>
        <p:nvPr/>
      </p:nvGrpSpPr>
      <p:grpSpPr>
        <a:xfrm>
          <a:off x="542925" y="762000"/>
          <a:ext cx="8610600" cy="5667375"/>
          <a:chOff x="542925" y="762000"/>
          <a:chExt cx="8610600" cy="5667375"/>
        </a:xfrm>
      </p:grpSpPr>
      <p:sp>
        <p:nvSpPr>
          <p:cNvPr id="1" name=""/>
          <p:cNvSpPr txBox="1"/>
          <p:nvPr/>
        </p:nvSpPr>
        <p:spPr>
          <a:xfrm>
            <a:off x="542925" y="762000"/>
            <a:ext cx="8067675" cy="200025"/>
          </a:xfrm>
          <a:prstGeom prst="rect">
            <a:avLst/>
          </a:prstGeom>
          <a:noFill/>
        </p:spPr>
        <p:txBody>
          <a:bodyPr rtlCol="0" bIns="45720" lIns="91440" rIns="91440" tIns="45720">
            <a:spAutoFit/>
          </a:bodyPr>
          <a:lstStyle/>
          <a:p>
            <a:pPr algn="l" fontAlgn="base" marL="0" marR="0" indent="0" lvl="0">
              <a:lnSpc>
                <a:spcPct val="100%"/>
              </a:lnSpc>
            </a:pPr>
            <a:r>
              <a:rPr lang="en-US" b="1" sz="1600" spc="0" u="none">
                <a:solidFill>
                  <a:srgbClr val="800000">
                    <a:alpha val="100.00%"/>
                  </a:srgbClr>
                </a:solidFill>
                <a:latin typeface="Aptos"/>
              </a:rPr>
              <a:t><![CDATA[Presidium]]></a:t>
            </a:r>
          </a:p>
        </p:txBody>
      </p:sp>
      <p:sp>
        <p:nvSpPr>
          <p:cNvPr id="2" name=""/>
          <p:cNvSpPr txBox="1"/>
          <p:nvPr/>
        </p:nvSpPr>
        <p:spPr>
          <a:xfrm>
            <a:off x="647700" y="1152525"/>
            <a:ext cx="3600450" cy="3886200"/>
          </a:xfrm>
          <a:prstGeom prst="rect">
            <a:avLst/>
          </a:prstGeom>
          <a:noFill/>
        </p:spPr>
        <p:txBody>
          <a:bodyPr rtlCol="0" bIns="45720" lIns="91440" rIns="91440" tIns="45720">
            <a:spAutoFit/>
          </a:bodyPr>
          <a:lstStyle/>
          <a:p>
            <a:pPr algn="ctr" fontAlgn="base" marL="0" marR="0" indent="0" lvl="0">
              <a:lnSpc>
                <a:spcPct val="100%"/>
              </a:lnSpc>
            </a:pPr>
            <a:r>
              <a:rPr lang="en-US" sz="1400" spc="0" u="none">
                <a:solidFill>
                  <a:srgbClr val="666666">
                    <a:alpha val="100.00%"/>
                  </a:srgbClr>
                </a:solidFill>
                <a:latin typeface="Aptos"/>
              </a:rPr>
              <a:t><![CDATA[Ilustración del acomodo de presidium no
disponible.]]></a:t>
            </a:r>
          </a:p>
        </p:txBody>
      </p:sp>
      <p:sp>
        <p:nvSpPr>
          <p:cNvPr id="3" name=""/>
          <p:cNvSpPr txBox="1"/>
          <p:nvPr/>
        </p:nvSpPr>
        <p:spPr>
          <a:xfrm>
            <a:off x="4391025" y="1171575"/>
            <a:ext cx="1762125" cy="238125"/>
          </a:xfrm>
          <a:prstGeom prst="rect">
            <a:avLst/>
          </a:prstGeom>
          <a:noFill/>
        </p:spPr>
        <p:txBody>
          <a:bodyPr rtlCol="0" bIns="45720" lIns="91440" rIns="91440" tIns="45720">
            <a:spAutoFit/>
          </a:bodyPr>
          <a:lstStyle/>
          <a:p>
            <a:pPr algn="ctr" fontAlgn="base" marL="0" marR="0" indent="0" lvl="0">
              <a:lnSpc>
                <a:spcPct val="100%"/>
              </a:lnSpc>
            </a:pPr>
            <a:r>
              <a:rPr lang="en-US" b="1" sz="1000" spc="0" u="none">
                <a:solidFill>
                  <a:srgbClr val="800000">
                    <a:alpha val="100.00%"/>
                  </a:srgbClr>
                </a:solidFill>
                <a:latin typeface="Aptos"/>
              </a:rPr>
              <a:t><![CDATA[*. Lcdo. Ricardo Moreno Bastida]]></a:t>
            </a:r>
          </a:p>
        </p:txBody>
      </p:sp>
      <p:sp>
        <p:nvSpPr>
          <p:cNvPr id="4" name=""/>
          <p:cNvSpPr txBox="1"/>
          <p:nvPr/>
        </p:nvSpPr>
        <p:spPr>
          <a:xfrm>
            <a:off x="4391025" y="1428750"/>
            <a:ext cx="1762125" cy="333375"/>
          </a:xfrm>
          <a:prstGeom prst="rect">
            <a:avLst/>
          </a:prstGeom>
          <a:noFill/>
        </p:spPr>
        <p:txBody>
          <a:bodyPr rtlCol="0" bIns="45720" lIns="91440" rIns="91440" tIns="45720">
            <a:spAutoFit/>
          </a:bodyPr>
          <a:lstStyle/>
          <a:p>
            <a:pPr algn="ctr" fontAlgn="base" marL="0" marR="0" indent="0" lvl="0">
              <a:lnSpc>
                <a:spcPct val="100%"/>
              </a:lnSpc>
            </a:pPr>
            <a:r>
              <a:rPr lang="en-US" sz="1000" spc="0" u="none">
                <a:solidFill>
                  <a:srgbClr val="3E3E3E">
                    <a:alpha val="100.00%"/>
                  </a:srgbClr>
                </a:solidFill>
                <a:latin typeface="Aptos"/>
              </a:rPr>
              <a:t><![CDATA[Presidente Municipal
Constitucional de Toluca]]></a:t>
            </a:r>
          </a:p>
        </p:txBody>
      </p:sp>
      <p:sp>
        <p:nvSpPr>
          <p:cNvPr id="5" name=""/>
          <p:cNvSpPr txBox="1"/>
          <p:nvPr/>
        </p:nvSpPr>
        <p:spPr>
          <a:xfrm>
            <a:off x="6657975" y="1171575"/>
            <a:ext cx="1762125" cy="238125"/>
          </a:xfrm>
          <a:prstGeom prst="rect">
            <a:avLst/>
          </a:prstGeom>
          <a:noFill/>
        </p:spPr>
        <p:txBody>
          <a:bodyPr rtlCol="0" bIns="45720" lIns="91440" rIns="91440" tIns="45720">
            <a:spAutoFit/>
          </a:bodyPr>
          <a:lstStyle/>
          <a:p>
            <a:pPr algn="ctr" fontAlgn="base" marL="0" marR="0" indent="0" lvl="0">
              <a:lnSpc>
                <a:spcPct val="100%"/>
              </a:lnSpc>
            </a:pPr>
            <a:r>
              <a:rPr lang="en-US" b="1" sz="1200" spc="0" u="none">
                <a:solidFill>
                  <a:srgbClr val="800000">
                    <a:alpha val="100.00%"/>
                  </a:srgbClr>
                </a:solidFill>
                <a:latin typeface="Aptos"/>
              </a:rPr>
              <a:t><![CDATA[1. Pers1]]></a:t>
            </a:r>
          </a:p>
        </p:txBody>
      </p:sp>
      <p:sp>
        <p:nvSpPr>
          <p:cNvPr id="6" name=""/>
          <p:cNvSpPr txBox="1"/>
          <p:nvPr/>
        </p:nvSpPr>
        <p:spPr>
          <a:xfrm>
            <a:off x="6657975" y="1428750"/>
            <a:ext cx="1762125" cy="333375"/>
          </a:xfrm>
          <a:prstGeom prst="rect">
            <a:avLst/>
          </a:prstGeom>
          <a:noFill/>
        </p:spPr>
        <p:txBody>
          <a:bodyPr rtlCol="0" bIns="45720" lIns="91440" rIns="91440" tIns="45720">
            <a:spAutoFit/>
          </a:bodyPr>
          <a:lstStyle/>
          <a:p>
            <a:pPr algn="ctr" fontAlgn="base" marL="0" marR="0" indent="0" lvl="0">
              <a:lnSpc>
                <a:spcPct val="100%"/>
              </a:lnSpc>
            </a:pPr>
            <a:r>
              <a:rPr lang="en-US" sz="1000" spc="0" u="none">
                <a:solidFill>
                  <a:srgbClr val="3E3E3E">
                    <a:alpha val="100.00%"/>
                  </a:srgbClr>
                </a:solidFill>
                <a:latin typeface="Aptos"/>
              </a:rPr>
              <a:t><![CDATA[CargoPer1]]></a:t>
            </a:r>
          </a:p>
        </p:txBody>
      </p:sp>
      <p:sp>
        <p:nvSpPr>
          <p:cNvPr id="7" name=""/>
          <p:cNvSpPr txBox="1"/>
          <p:nvPr/>
        </p:nvSpPr>
        <p:spPr>
          <a:xfrm>
            <a:off x="4391025" y="2047875"/>
            <a:ext cx="1762125" cy="238125"/>
          </a:xfrm>
          <a:prstGeom prst="rect">
            <a:avLst/>
          </a:prstGeom>
          <a:noFill/>
        </p:spPr>
        <p:txBody>
          <a:bodyPr rtlCol="0" bIns="45720" lIns="91440" rIns="91440" tIns="45720">
            <a:spAutoFit/>
          </a:bodyPr>
          <a:lstStyle/>
          <a:p>
            <a:pPr algn="ctr" fontAlgn="base" marL="0" marR="0" indent="0" lvl="0">
              <a:lnSpc>
                <a:spcPct val="100%"/>
              </a:lnSpc>
            </a:pPr>
            <a:r>
              <a:rPr lang="en-US" b="1" sz="1200" spc="0" u="none">
                <a:solidFill>
                  <a:srgbClr val="800000">
                    <a:alpha val="100.00%"/>
                  </a:srgbClr>
                </a:solidFill>
                <a:latin typeface="Aptos"/>
              </a:rPr>
              <a:t><![CDATA[2. Pers2]]></a:t>
            </a:r>
          </a:p>
        </p:txBody>
      </p:sp>
      <p:sp>
        <p:nvSpPr>
          <p:cNvPr id="8" name=""/>
          <p:cNvSpPr txBox="1"/>
          <p:nvPr/>
        </p:nvSpPr>
        <p:spPr>
          <a:xfrm>
            <a:off x="4391025" y="2314575"/>
            <a:ext cx="1762125" cy="333375"/>
          </a:xfrm>
          <a:prstGeom prst="rect">
            <a:avLst/>
          </a:prstGeom>
          <a:noFill/>
        </p:spPr>
        <p:txBody>
          <a:bodyPr rtlCol="0" bIns="45720" lIns="91440" rIns="91440" tIns="45720">
            <a:spAutoFit/>
          </a:bodyPr>
          <a:lstStyle/>
          <a:p>
            <a:pPr algn="ctr" fontAlgn="base" marL="0" marR="0" indent="0" lvl="0">
              <a:lnSpc>
                <a:spcPct val="100%"/>
              </a:lnSpc>
            </a:pPr>
            <a:r>
              <a:rPr lang="en-US" sz="1000" spc="0" u="none">
                <a:solidFill>
                  <a:srgbClr val="3E3E3E">
                    <a:alpha val="100.00%"/>
                  </a:srgbClr>
                </a:solidFill>
                <a:latin typeface="Aptos"/>
              </a:rPr>
              <a:t><![CDATA[CargoPer2]]></a:t>
            </a:r>
          </a:p>
        </p:txBody>
      </p:sp>
      <p:sp>
        <p:nvSpPr>
          <p:cNvPr id="9" name=""/>
          <p:cNvSpPr txBox="1"/>
          <p:nvPr/>
        </p:nvSpPr>
        <p:spPr>
          <a:xfrm>
            <a:off x="6657975" y="2047875"/>
            <a:ext cx="1762125" cy="238125"/>
          </a:xfrm>
          <a:prstGeom prst="rect">
            <a:avLst/>
          </a:prstGeom>
          <a:noFill/>
        </p:spPr>
        <p:txBody>
          <a:bodyPr rtlCol="0" bIns="45720" lIns="91440" rIns="91440" tIns="45720">
            <a:spAutoFit/>
          </a:bodyPr>
          <a:lstStyle/>
          <a:p>
            <a:pPr algn="ctr" fontAlgn="base" marL="0" marR="0" indent="0" lvl="0">
              <a:lnSpc>
                <a:spcPct val="100%"/>
              </a:lnSpc>
            </a:pPr>
            <a:r>
              <a:rPr lang="en-US" b="1" sz="1200" spc="0" u="none">
                <a:solidFill>
                  <a:srgbClr val="800000">
                    <a:alpha val="100.00%"/>
                  </a:srgbClr>
                </a:solidFill>
                <a:latin typeface="Aptos"/>
              </a:rPr>
              <a:t><![CDATA[3. ]]></a:t>
            </a:r>
          </a:p>
        </p:txBody>
      </p:sp>
      <p:sp>
        <p:nvSpPr>
          <p:cNvPr id="10" name=""/>
          <p:cNvSpPr txBox="1"/>
          <p:nvPr/>
        </p:nvSpPr>
        <p:spPr>
          <a:xfrm>
            <a:off x="6657975" y="2314575"/>
            <a:ext cx="1762125" cy="333375"/>
          </a:xfrm>
          <a:prstGeom prst="rect">
            <a:avLst/>
          </a:prstGeom>
          <a:noFill/>
        </p:spPr>
        <p:txBody>
          <a:bodyPr rtlCol="0" bIns="45720" lIns="91440" rIns="91440" tIns="45720">
            <a:spAutoFit/>
          </a:bodyPr>
          <a:lstStyle/>
          <a:p>
            <a:pPr algn="ctr" fontAlgn="base" marL="0" marR="0" indent="0" lvl="0">
              <a:lnSpc>
                <a:spcPct val="100%"/>
              </a:lnSpc>
            </a:pPr>
            <a:r>
              <a:rPr lang="en-US" sz="1000" spc="0" u="none">
                <a:solidFill>
                  <a:srgbClr val="3E3E3E">
                    <a:alpha val="100.00%"/>
                  </a:srgbClr>
                </a:solidFill>
                <a:latin typeface="Aptos"/>
              </a:rPr>
              <a:t/>
            </a:r>
          </a:p>
        </p:txBody>
      </p:sp>
      <p:sp>
        <p:nvSpPr>
          <p:cNvPr id="11" name=""/>
          <p:cNvSpPr txBox="1"/>
          <p:nvPr/>
        </p:nvSpPr>
        <p:spPr>
          <a:xfrm>
            <a:off x="4391025" y="5467350"/>
            <a:ext cx="4029075" cy="200025"/>
          </a:xfrm>
          <a:prstGeom prst="rect">
            <a:avLst/>
          </a:prstGeom>
          <a:noFill/>
        </p:spPr>
        <p:txBody>
          <a:bodyPr rtlCol="0" bIns="45720" lIns="91440" rIns="91440" tIns="45720">
            <a:spAutoFit/>
          </a:bodyPr>
          <a:lstStyle/>
          <a:p>
            <a:pPr algn="l" fontAlgn="base" marL="0" marR="0" indent="0" lvl="0">
              <a:lnSpc>
                <a:spcPct val="100%"/>
              </a:lnSpc>
            </a:pPr>
            <a:r>
              <a:rPr lang="en-US" b="1" sz="1100" spc="0" u="none">
                <a:solidFill>
                  <a:srgbClr val="3E3E3E">
                    <a:alpha val="100.00%"/>
                  </a:srgbClr>
                </a:solidFill>
                <a:latin typeface="Aptos"/>
              </a:rPr>
              <a:t><![CDATA[Maestra de ceremonias: Maestra Ceremonia Pruebas]]>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2"/>
          <a:stretch>
            <a:fillRect/>
          </a:stretch>
        </a:blipFill>
      </p:bgPr>
    </p:bg>
    <p:spTree>
      <p:nvGrpSpPr>
        <p:cNvPr id="1" name=""/>
        <p:cNvGrpSpPr/>
        <p:nvPr/>
      </p:nvGrpSpPr>
      <p:grpSpPr>
        <a:xfrm>
          <a:off x="542925" y="762000"/>
          <a:ext cx="8610600" cy="1905000"/>
          <a:chOff x="542925" y="762000"/>
          <a:chExt cx="8610600" cy="1905000"/>
        </a:xfrm>
      </p:grpSpPr>
      <p:sp>
        <p:nvSpPr>
          <p:cNvPr id="1" name=""/>
          <p:cNvSpPr txBox="1"/>
          <p:nvPr/>
        </p:nvSpPr>
        <p:spPr>
          <a:xfrm>
            <a:off x="542925" y="762000"/>
            <a:ext cx="8067675" cy="200025"/>
          </a:xfrm>
          <a:prstGeom prst="rect">
            <a:avLst/>
          </a:prstGeom>
          <a:noFill/>
        </p:spPr>
        <p:txBody>
          <a:bodyPr rtlCol="0" bIns="45720" lIns="91440" rIns="91440" tIns="45720">
            <a:spAutoFit/>
          </a:bodyPr>
          <a:lstStyle/>
          <a:p>
            <a:pPr algn="l" fontAlgn="base" marL="0" marR="0" indent="0" lvl="0">
              <a:lnSpc>
                <a:spcPct val="100%"/>
              </a:lnSpc>
            </a:pPr>
            <a:r>
              <a:rPr lang="en-US" b="1" sz="1600" spc="0" u="none">
                <a:solidFill>
                  <a:srgbClr val="800000">
                    <a:alpha val="100.00%"/>
                  </a:srgbClr>
                </a:solidFill>
                <a:latin typeface="Aptos"/>
              </a:rPr>
              <a:t><![CDATA[PERSONAS INVITADAS ESPECIALES]]></a:t>
            </a:r>
          </a:p>
        </p:txBody>
      </p:sp>
      <p:sp>
        <p:nvSpPr>
          <p:cNvPr id="2" name=""/>
          <p:cNvSpPr txBox="1"/>
          <p:nvPr/>
        </p:nvSpPr>
        <p:spPr>
          <a:xfrm>
            <a:off x="733425" y="1104900"/>
            <a:ext cx="666750" cy="180975"/>
          </a:xfrm>
          <a:prstGeom prst="rect">
            <a:avLst/>
          </a:prstGeom>
          <a:solidFill>
            <a:srgbClr val="800000">
              <a:alpha val="100.00%"/>
            </a:srgbClr>
          </a:solidFill>
          <a:ln w="12700" cap="flat" cmpd="sng" algn="ctr">
            <a:solidFill>
              <a:srgbClr val="D8C7C7">
                <a:alpha val="100.00%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 rtlCol="0" bIns="45720" lIns="91440" rIns="91440" tIns="45720">
            <a:spAutoFit/>
          </a:bodyPr>
          <a:lstStyle/>
          <a:p>
            <a:pPr algn="ctr" fontAlgn="base" marL="0" marR="0" indent="0" lvl="0">
              <a:lnSpc>
                <a:spcPct val="100%"/>
              </a:lnSpc>
            </a:pPr>
            <a:r>
              <a:rPr lang="en-US" b="1" sz="1100" spc="0" u="none">
                <a:solidFill>
                  <a:srgbClr val="FFFFFF">
                    <a:alpha val="100.00%"/>
                  </a:srgbClr>
                </a:solidFill>
                <a:latin typeface="Aptos"/>
              </a:rPr>
              <a:t><![CDATA[N°]]></a:t>
            </a:r>
          </a:p>
        </p:txBody>
      </p:sp>
      <p:sp>
        <p:nvSpPr>
          <p:cNvPr id="3" name=""/>
          <p:cNvSpPr txBox="1"/>
          <p:nvPr/>
        </p:nvSpPr>
        <p:spPr>
          <a:xfrm>
            <a:off x="1447800" y="1104900"/>
            <a:ext cx="6924675" cy="180975"/>
          </a:xfrm>
          <a:prstGeom prst="rect">
            <a:avLst/>
          </a:prstGeom>
          <a:solidFill>
            <a:srgbClr val="800000">
              <a:alpha val="100.00%"/>
            </a:srgbClr>
          </a:solidFill>
          <a:ln w="12700" cap="flat" cmpd="sng" algn="ctr">
            <a:solidFill>
              <a:srgbClr val="D8C7C7">
                <a:alpha val="100.00%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 rtlCol="0" bIns="45720" lIns="91440" rIns="91440" tIns="45720">
            <a:spAutoFit/>
          </a:bodyPr>
          <a:lstStyle/>
          <a:p>
            <a:pPr algn="ctr" fontAlgn="base" marL="0" marR="0" indent="0" lvl="0">
              <a:lnSpc>
                <a:spcPct val="100%"/>
              </a:lnSpc>
            </a:pPr>
            <a:r>
              <a:rPr lang="en-US" b="1" sz="1100" spc="0" u="none">
                <a:solidFill>
                  <a:srgbClr val="FFFFFF">
                    <a:alpha val="100.00%"/>
                  </a:srgbClr>
                </a:solidFill>
                <a:latin typeface="Aptos"/>
              </a:rPr>
              <a:t><![CDATA[Persona invitada]]></a:t>
            </a:r>
          </a:p>
        </p:txBody>
      </p:sp>
      <p:sp>
        <p:nvSpPr>
          <p:cNvPr id="4" name=""/>
          <p:cNvSpPr txBox="1"/>
          <p:nvPr/>
        </p:nvSpPr>
        <p:spPr>
          <a:xfrm>
            <a:off x="733425" y="1323975"/>
            <a:ext cx="666750" cy="161925"/>
          </a:xfrm>
          <a:prstGeom prst="rect">
            <a:avLst/>
          </a:prstGeom>
          <a:noFill/>
          <a:ln w="12700" cap="flat" cmpd="sng" algn="ctr">
            <a:solidFill>
              <a:srgbClr val="D8C7C7">
                <a:alpha val="100.00%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 rtlCol="0" bIns="45720" lIns="91440" rIns="91440" tIns="45720">
            <a:spAutoFit/>
          </a:bodyPr>
          <a:lstStyle/>
          <a:p>
            <a:pPr algn="l" fontAlgn="base" marL="0" marR="0" indent="0" lvl="0">
              <a:lnSpc>
                <a:spcPct val="100%"/>
              </a:lnSpc>
            </a:pPr>
            <a:r>
              <a:rPr lang="en-US" sz="1000" spc="0" u="none">
                <a:solidFill>
                  <a:srgbClr val="3E3E3E">
                    <a:alpha val="100.00%"/>
                  </a:srgbClr>
                </a:solidFill>
                <a:latin typeface="Aptos"/>
              </a:rPr>
              <a:t><![CDATA[1]]></a:t>
            </a:r>
          </a:p>
        </p:txBody>
      </p:sp>
      <p:sp>
        <p:nvSpPr>
          <p:cNvPr id="5" name=""/>
          <p:cNvSpPr txBox="1"/>
          <p:nvPr/>
        </p:nvSpPr>
        <p:spPr>
          <a:xfrm>
            <a:off x="1447800" y="1323975"/>
            <a:ext cx="6924675" cy="161925"/>
          </a:xfrm>
          <a:prstGeom prst="rect">
            <a:avLst/>
          </a:prstGeom>
          <a:noFill/>
          <a:ln w="12700" cap="flat" cmpd="sng" algn="ctr">
            <a:solidFill>
              <a:srgbClr val="D8C7C7">
                <a:alpha val="100.00%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 rtlCol="0" bIns="45720" lIns="91440" rIns="91440" tIns="45720">
            <a:spAutoFit/>
          </a:bodyPr>
          <a:lstStyle/>
          <a:p>
            <a:pPr algn="l" fontAlgn="base" marL="0" marR="0" indent="0" lvl="0">
              <a:lnSpc>
                <a:spcPct val="100%"/>
              </a:lnSpc>
            </a:pPr>
            <a:r>
              <a:rPr lang="en-US" sz="1000" spc="0" u="none">
                <a:solidFill>
                  <a:srgbClr val="3E3E3E">
                    <a:alpha val="100.00%"/>
                  </a:srgbClr>
                </a:solidFill>
                <a:latin typeface="Aptos"/>
              </a:rPr>
              <a:t><![CDATA[PersInv1
Cargo PersInv1]]></a:t>
            </a:r>
          </a:p>
        </p:txBody>
      </p:sp>
      <p:sp>
        <p:nvSpPr>
          <p:cNvPr id="6" name=""/>
          <p:cNvSpPr txBox="1"/>
          <p:nvPr/>
        </p:nvSpPr>
        <p:spPr>
          <a:xfrm>
            <a:off x="733425" y="1533525"/>
            <a:ext cx="666750" cy="161925"/>
          </a:xfrm>
          <a:prstGeom prst="rect">
            <a:avLst/>
          </a:prstGeom>
          <a:noFill/>
          <a:ln w="12700" cap="flat" cmpd="sng" algn="ctr">
            <a:solidFill>
              <a:srgbClr val="D8C7C7">
                <a:alpha val="100.00%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 rtlCol="0" bIns="45720" lIns="91440" rIns="91440" tIns="45720">
            <a:spAutoFit/>
          </a:bodyPr>
          <a:lstStyle/>
          <a:p>
            <a:pPr algn="l" fontAlgn="base" marL="0" marR="0" indent="0" lvl="0">
              <a:lnSpc>
                <a:spcPct val="100%"/>
              </a:lnSpc>
            </a:pPr>
            <a:r>
              <a:rPr lang="en-US" sz="1000" spc="0" u="none">
                <a:solidFill>
                  <a:srgbClr val="3E3E3E">
                    <a:alpha val="100.00%"/>
                  </a:srgbClr>
                </a:solidFill>
                <a:latin typeface="Aptos"/>
              </a:rPr>
              <a:t><![CDATA[2]]></a:t>
            </a:r>
          </a:p>
        </p:txBody>
      </p:sp>
      <p:sp>
        <p:nvSpPr>
          <p:cNvPr id="7" name=""/>
          <p:cNvSpPr txBox="1"/>
          <p:nvPr/>
        </p:nvSpPr>
        <p:spPr>
          <a:xfrm>
            <a:off x="1447800" y="1533525"/>
            <a:ext cx="6924675" cy="161925"/>
          </a:xfrm>
          <a:prstGeom prst="rect">
            <a:avLst/>
          </a:prstGeom>
          <a:noFill/>
          <a:ln w="12700" cap="flat" cmpd="sng" algn="ctr">
            <a:solidFill>
              <a:srgbClr val="D8C7C7">
                <a:alpha val="100.00%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 rtlCol="0" bIns="45720" lIns="91440" rIns="91440" tIns="45720">
            <a:spAutoFit/>
          </a:bodyPr>
          <a:lstStyle/>
          <a:p>
            <a:pPr algn="l" fontAlgn="base" marL="0" marR="0" indent="0" lvl="0">
              <a:lnSpc>
                <a:spcPct val="100%"/>
              </a:lnSpc>
            </a:pPr>
            <a:r>
              <a:rPr lang="en-US" sz="1000" spc="0" u="none">
                <a:solidFill>
                  <a:srgbClr val="3E3E3E">
                    <a:alpha val="100.00%"/>
                  </a:srgbClr>
                </a:solidFill>
                <a:latin typeface="Aptos"/>
              </a:rPr>
              <a:t><![CDATA[PersInv2
Cargo PersInv2]]></a:t>
            </a:r>
          </a:p>
        </p:txBody>
      </p:sp>
      <p:sp>
        <p:nvSpPr>
          <p:cNvPr id="8" name=""/>
          <p:cNvSpPr txBox="1"/>
          <p:nvPr/>
        </p:nvSpPr>
        <p:spPr>
          <a:xfrm>
            <a:off x="733425" y="1743075"/>
            <a:ext cx="666750" cy="161925"/>
          </a:xfrm>
          <a:prstGeom prst="rect">
            <a:avLst/>
          </a:prstGeom>
          <a:noFill/>
          <a:ln w="12700" cap="flat" cmpd="sng" algn="ctr">
            <a:solidFill>
              <a:srgbClr val="D8C7C7">
                <a:alpha val="100.00%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 rtlCol="0" bIns="45720" lIns="91440" rIns="91440" tIns="45720">
            <a:spAutoFit/>
          </a:bodyPr>
          <a:lstStyle/>
          <a:p>
            <a:pPr algn="l" fontAlgn="base" marL="0" marR="0" indent="0" lvl="0">
              <a:lnSpc>
                <a:spcPct val="100%"/>
              </a:lnSpc>
            </a:pPr>
            <a:r>
              <a:rPr lang="en-US" sz="1000" spc="0" u="none">
                <a:solidFill>
                  <a:srgbClr val="3E3E3E">
                    <a:alpha val="100.00%"/>
                  </a:srgbClr>
                </a:solidFill>
                <a:latin typeface="Aptos"/>
              </a:rPr>
              <a:t><![CDATA[3]]></a:t>
            </a:r>
          </a:p>
        </p:txBody>
      </p:sp>
      <p:sp>
        <p:nvSpPr>
          <p:cNvPr id="9" name=""/>
          <p:cNvSpPr txBox="1"/>
          <p:nvPr/>
        </p:nvSpPr>
        <p:spPr>
          <a:xfrm>
            <a:off x="1447800" y="1743075"/>
            <a:ext cx="6924675" cy="161925"/>
          </a:xfrm>
          <a:prstGeom prst="rect">
            <a:avLst/>
          </a:prstGeom>
          <a:noFill/>
          <a:ln w="12700" cap="flat" cmpd="sng" algn="ctr">
            <a:solidFill>
              <a:srgbClr val="D8C7C7">
                <a:alpha val="100.00%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 rtlCol="0" bIns="45720" lIns="91440" rIns="91440" tIns="45720">
            <a:spAutoFit/>
          </a:bodyPr>
          <a:lstStyle/>
          <a:p>
            <a:pPr algn="l" fontAlgn="base" marL="0" marR="0" indent="0" lvl="0">
              <a:lnSpc>
                <a:spcPct val="100%"/>
              </a:lnSpc>
            </a:pPr>
            <a:r>
              <a:rPr lang="en-US" sz="1000" spc="0" u="none">
                <a:solidFill>
                  <a:srgbClr val="3E3E3E">
                    <a:alpha val="100.00%"/>
                  </a:srgbClr>
                </a:solidFill>
                <a:latin typeface="Aptos"/>
              </a:rPr>
              <a:t><![CDATA[PersInv3
Cargo PersInv3]]>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2"/>
          <a:stretch>
            <a:fillRect/>
          </a:stretch>
        </a:blipFill>
      </p:bgPr>
    </p:bg>
    <p:spTree>
      <p:nvGrpSpPr>
        <p:cNvPr id="1" name=""/>
        <p:cNvGrpSpPr/>
        <p:nvPr/>
      </p:nvGrpSpPr>
      <p:grpSpPr>
        <a:xfrm>
          <a:off x="542925" y="762000"/>
          <a:ext cx="8610600" cy="1905000"/>
          <a:chOff x="542925" y="762000"/>
          <a:chExt cx="8610600" cy="1905000"/>
        </a:xfrm>
      </p:grpSpPr>
      <p:sp>
        <p:nvSpPr>
          <p:cNvPr id="1" name=""/>
          <p:cNvSpPr txBox="1"/>
          <p:nvPr/>
        </p:nvSpPr>
        <p:spPr>
          <a:xfrm>
            <a:off x="542925" y="762000"/>
            <a:ext cx="8067675" cy="200025"/>
          </a:xfrm>
          <a:prstGeom prst="rect">
            <a:avLst/>
          </a:prstGeom>
          <a:noFill/>
        </p:spPr>
        <p:txBody>
          <a:bodyPr rtlCol="0" bIns="45720" lIns="91440" rIns="91440" tIns="45720">
            <a:spAutoFit/>
          </a:bodyPr>
          <a:lstStyle/>
          <a:p>
            <a:pPr algn="l" fontAlgn="base" marL="0" marR="0" indent="0" lvl="0">
              <a:lnSpc>
                <a:spcPct val="100%"/>
              </a:lnSpc>
            </a:pPr>
            <a:r>
              <a:rPr lang="en-US" b="1" sz="1600" spc="0" u="none">
                <a:solidFill>
                  <a:srgbClr val="800000">
                    <a:alpha val="100.00%"/>
                  </a:srgbClr>
                </a:solidFill>
                <a:latin typeface="Aptos"/>
              </a:rPr>
              <a:t><![CDATA[Módulos de jornada]]></a:t>
            </a:r>
          </a:p>
        </p:txBody>
      </p:sp>
      <p:sp>
        <p:nvSpPr>
          <p:cNvPr id="2" name=""/>
          <p:cNvSpPr txBox="1"/>
          <p:nvPr/>
        </p:nvSpPr>
        <p:spPr>
          <a:xfrm>
            <a:off x="733425" y="1104900"/>
            <a:ext cx="666750" cy="180975"/>
          </a:xfrm>
          <a:prstGeom prst="rect">
            <a:avLst/>
          </a:prstGeom>
          <a:solidFill>
            <a:srgbClr val="800000">
              <a:alpha val="100.00%"/>
            </a:srgbClr>
          </a:solidFill>
          <a:ln w="12700" cap="flat" cmpd="sng" algn="ctr">
            <a:solidFill>
              <a:srgbClr val="D8C7C7">
                <a:alpha val="100.00%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 rtlCol="0" bIns="45720" lIns="91440" rIns="91440" tIns="45720">
            <a:spAutoFit/>
          </a:bodyPr>
          <a:lstStyle/>
          <a:p>
            <a:pPr algn="ctr" fontAlgn="base" marL="0" marR="0" indent="0" lvl="0">
              <a:lnSpc>
                <a:spcPct val="100%"/>
              </a:lnSpc>
            </a:pPr>
            <a:r>
              <a:rPr lang="en-US" b="1" sz="1100" spc="0" u="none">
                <a:solidFill>
                  <a:srgbClr val="FFFFFF">
                    <a:alpha val="100.00%"/>
                  </a:srgbClr>
                </a:solidFill>
                <a:latin typeface="Aptos"/>
              </a:rPr>
              <a:t><![CDATA[Núm.]]></a:t>
            </a:r>
          </a:p>
        </p:txBody>
      </p:sp>
      <p:sp>
        <p:nvSpPr>
          <p:cNvPr id="3" name=""/>
          <p:cNvSpPr txBox="1"/>
          <p:nvPr/>
        </p:nvSpPr>
        <p:spPr>
          <a:xfrm>
            <a:off x="1447800" y="1104900"/>
            <a:ext cx="3467100" cy="180975"/>
          </a:xfrm>
          <a:prstGeom prst="rect">
            <a:avLst/>
          </a:prstGeom>
          <a:solidFill>
            <a:srgbClr val="800000">
              <a:alpha val="100.00%"/>
            </a:srgbClr>
          </a:solidFill>
          <a:ln w="12700" cap="flat" cmpd="sng" algn="ctr">
            <a:solidFill>
              <a:srgbClr val="D8C7C7">
                <a:alpha val="100.00%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 rtlCol="0" bIns="45720" lIns="91440" rIns="91440" tIns="45720">
            <a:spAutoFit/>
          </a:bodyPr>
          <a:lstStyle/>
          <a:p>
            <a:pPr algn="ctr" fontAlgn="base" marL="0" marR="0" indent="0" lvl="0">
              <a:lnSpc>
                <a:spcPct val="100%"/>
              </a:lnSpc>
            </a:pPr>
            <a:r>
              <a:rPr lang="en-US" b="1" sz="1100" spc="0" u="none">
                <a:solidFill>
                  <a:srgbClr val="FFFFFF">
                    <a:alpha val="100.00%"/>
                  </a:srgbClr>
                </a:solidFill>
                <a:latin typeface="Aptos"/>
              </a:rPr>
              <a:t><![CDATA[Institución]]></a:t>
            </a:r>
          </a:p>
        </p:txBody>
      </p:sp>
      <p:sp>
        <p:nvSpPr>
          <p:cNvPr id="4" name=""/>
          <p:cNvSpPr txBox="1"/>
          <p:nvPr/>
        </p:nvSpPr>
        <p:spPr>
          <a:xfrm>
            <a:off x="4981575" y="1104900"/>
            <a:ext cx="3400425" cy="180975"/>
          </a:xfrm>
          <a:prstGeom prst="rect">
            <a:avLst/>
          </a:prstGeom>
          <a:solidFill>
            <a:srgbClr val="800000">
              <a:alpha val="100.00%"/>
            </a:srgbClr>
          </a:solidFill>
          <a:ln w="12700" cap="flat" cmpd="sng" algn="ctr">
            <a:solidFill>
              <a:srgbClr val="D8C7C7">
                <a:alpha val="100.00%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 rtlCol="0" bIns="45720" lIns="91440" rIns="91440" tIns="45720">
            <a:spAutoFit/>
          </a:bodyPr>
          <a:lstStyle/>
          <a:p>
            <a:pPr algn="ctr" fontAlgn="base" marL="0" marR="0" indent="0" lvl="0">
              <a:lnSpc>
                <a:spcPct val="100%"/>
              </a:lnSpc>
            </a:pPr>
            <a:r>
              <a:rPr lang="en-US" b="1" sz="1100" spc="0" u="none">
                <a:solidFill>
                  <a:srgbClr val="FFFFFF">
                    <a:alpha val="100.00%"/>
                  </a:srgbClr>
                </a:solidFill>
                <a:latin typeface="Aptos"/>
              </a:rPr>
              <a:t><![CDATA[Servicio]]></a:t>
            </a:r>
          </a:p>
        </p:txBody>
      </p:sp>
      <p:sp>
        <p:nvSpPr>
          <p:cNvPr id="5" name=""/>
          <p:cNvSpPr txBox="1"/>
          <p:nvPr/>
        </p:nvSpPr>
        <p:spPr>
          <a:xfrm>
            <a:off x="733425" y="1323975"/>
            <a:ext cx="666750" cy="161925"/>
          </a:xfrm>
          <a:prstGeom prst="rect">
            <a:avLst/>
          </a:prstGeom>
          <a:noFill/>
          <a:ln w="12700" cap="flat" cmpd="sng" algn="ctr">
            <a:solidFill>
              <a:srgbClr val="D8C7C7">
                <a:alpha val="100.00%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 rtlCol="0" bIns="45720" lIns="91440" rIns="91440" tIns="45720">
            <a:spAutoFit/>
          </a:bodyPr>
          <a:lstStyle/>
          <a:p>
            <a:pPr algn="l" fontAlgn="base" marL="0" marR="0" indent="0" lvl="0">
              <a:lnSpc>
                <a:spcPct val="100%"/>
              </a:lnSpc>
            </a:pPr>
            <a:r>
              <a:rPr lang="en-US" sz="1000" spc="0" u="none">
                <a:solidFill>
                  <a:srgbClr val="3E3E3E">
                    <a:alpha val="100.00%"/>
                  </a:srgbClr>
                </a:solidFill>
                <a:latin typeface="Aptos"/>
              </a:rPr>
              <a:t><![CDATA[1]]></a:t>
            </a:r>
          </a:p>
        </p:txBody>
      </p:sp>
      <p:sp>
        <p:nvSpPr>
          <p:cNvPr id="6" name=""/>
          <p:cNvSpPr txBox="1"/>
          <p:nvPr/>
        </p:nvSpPr>
        <p:spPr>
          <a:xfrm>
            <a:off x="1447800" y="1323975"/>
            <a:ext cx="3467100" cy="161925"/>
          </a:xfrm>
          <a:prstGeom prst="rect">
            <a:avLst/>
          </a:prstGeom>
          <a:noFill/>
          <a:ln w="12700" cap="flat" cmpd="sng" algn="ctr">
            <a:solidFill>
              <a:srgbClr val="D8C7C7">
                <a:alpha val="100.00%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 rtlCol="0" bIns="45720" lIns="91440" rIns="91440" tIns="45720">
            <a:spAutoFit/>
          </a:bodyPr>
          <a:lstStyle/>
          <a:p>
            <a:pPr algn="l" fontAlgn="base" marL="0" marR="0" indent="0" lvl="0">
              <a:lnSpc>
                <a:spcPct val="100%"/>
              </a:lnSpc>
            </a:pPr>
            <a:r>
              <a:rPr lang="en-US" sz="1000" spc="0" u="none">
                <a:solidFill>
                  <a:srgbClr val="3E3E3E">
                    <a:alpha val="100.00%"/>
                  </a:srgbClr>
                </a:solidFill>
                <a:latin typeface="Aptos"/>
              </a:rPr>
              <a:t><![CDATA[Institucion1]]></a:t>
            </a:r>
          </a:p>
        </p:txBody>
      </p:sp>
      <p:sp>
        <p:nvSpPr>
          <p:cNvPr id="7" name=""/>
          <p:cNvSpPr txBox="1"/>
          <p:nvPr/>
        </p:nvSpPr>
        <p:spPr>
          <a:xfrm>
            <a:off x="4981575" y="1323975"/>
            <a:ext cx="3400425" cy="161925"/>
          </a:xfrm>
          <a:prstGeom prst="rect">
            <a:avLst/>
          </a:prstGeom>
          <a:noFill/>
          <a:ln w="12700" cap="flat" cmpd="sng" algn="ctr">
            <a:solidFill>
              <a:srgbClr val="D8C7C7">
                <a:alpha val="100.00%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 rtlCol="0" bIns="45720" lIns="91440" rIns="91440" tIns="45720">
            <a:spAutoFit/>
          </a:bodyPr>
          <a:lstStyle/>
          <a:p>
            <a:pPr algn="l" fontAlgn="base" marL="0" marR="0" indent="0" lvl="0">
              <a:lnSpc>
                <a:spcPct val="100%"/>
              </a:lnSpc>
            </a:pPr>
            <a:r>
              <a:rPr lang="en-US" sz="1000" spc="0" u="none">
                <a:solidFill>
                  <a:srgbClr val="3E3E3E">
                    <a:alpha val="100.00%"/>
                  </a:srgbClr>
                </a:solidFill>
                <a:latin typeface="Aptos"/>
              </a:rPr>
              <a:t><![CDATA[Servicio Institucion1]]></a:t>
            </a:r>
          </a:p>
        </p:txBody>
      </p:sp>
      <p:sp>
        <p:nvSpPr>
          <p:cNvPr id="8" name=""/>
          <p:cNvSpPr txBox="1"/>
          <p:nvPr/>
        </p:nvSpPr>
        <p:spPr>
          <a:xfrm>
            <a:off x="733425" y="1533525"/>
            <a:ext cx="666750" cy="161925"/>
          </a:xfrm>
          <a:prstGeom prst="rect">
            <a:avLst/>
          </a:prstGeom>
          <a:noFill/>
          <a:ln w="12700" cap="flat" cmpd="sng" algn="ctr">
            <a:solidFill>
              <a:srgbClr val="D8C7C7">
                <a:alpha val="100.00%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 rtlCol="0" bIns="45720" lIns="91440" rIns="91440" tIns="45720">
            <a:spAutoFit/>
          </a:bodyPr>
          <a:lstStyle/>
          <a:p>
            <a:pPr algn="l" fontAlgn="base" marL="0" marR="0" indent="0" lvl="0">
              <a:lnSpc>
                <a:spcPct val="100%"/>
              </a:lnSpc>
            </a:pPr>
            <a:r>
              <a:rPr lang="en-US" sz="1000" spc="0" u="none">
                <a:solidFill>
                  <a:srgbClr val="3E3E3E">
                    <a:alpha val="100.00%"/>
                  </a:srgbClr>
                </a:solidFill>
                <a:latin typeface="Aptos"/>
              </a:rPr>
              <a:t><![CDATA[2]]></a:t>
            </a:r>
          </a:p>
        </p:txBody>
      </p:sp>
      <p:sp>
        <p:nvSpPr>
          <p:cNvPr id="9" name=""/>
          <p:cNvSpPr txBox="1"/>
          <p:nvPr/>
        </p:nvSpPr>
        <p:spPr>
          <a:xfrm>
            <a:off x="1447800" y="1533525"/>
            <a:ext cx="3467100" cy="161925"/>
          </a:xfrm>
          <a:prstGeom prst="rect">
            <a:avLst/>
          </a:prstGeom>
          <a:noFill/>
          <a:ln w="12700" cap="flat" cmpd="sng" algn="ctr">
            <a:solidFill>
              <a:srgbClr val="D8C7C7">
                <a:alpha val="100.00%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 rtlCol="0" bIns="45720" lIns="91440" rIns="91440" tIns="45720">
            <a:spAutoFit/>
          </a:bodyPr>
          <a:lstStyle/>
          <a:p>
            <a:pPr algn="l" fontAlgn="base" marL="0" marR="0" indent="0" lvl="0">
              <a:lnSpc>
                <a:spcPct val="100%"/>
              </a:lnSpc>
            </a:pPr>
            <a:r>
              <a:rPr lang="en-US" sz="1000" spc="0" u="none">
                <a:solidFill>
                  <a:srgbClr val="3E3E3E">
                    <a:alpha val="100.00%"/>
                  </a:srgbClr>
                </a:solidFill>
                <a:latin typeface="Aptos"/>
              </a:rPr>
              <a:t><![CDATA[Institucion2]]></a:t>
            </a:r>
          </a:p>
        </p:txBody>
      </p:sp>
      <p:sp>
        <p:nvSpPr>
          <p:cNvPr id="10" name=""/>
          <p:cNvSpPr txBox="1"/>
          <p:nvPr/>
        </p:nvSpPr>
        <p:spPr>
          <a:xfrm>
            <a:off x="4981575" y="1533525"/>
            <a:ext cx="3400425" cy="161925"/>
          </a:xfrm>
          <a:prstGeom prst="rect">
            <a:avLst/>
          </a:prstGeom>
          <a:noFill/>
          <a:ln w="12700" cap="flat" cmpd="sng" algn="ctr">
            <a:solidFill>
              <a:srgbClr val="D8C7C7">
                <a:alpha val="100.00%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 rtlCol="0" bIns="45720" lIns="91440" rIns="91440" tIns="45720">
            <a:spAutoFit/>
          </a:bodyPr>
          <a:lstStyle/>
          <a:p>
            <a:pPr algn="l" fontAlgn="base" marL="0" marR="0" indent="0" lvl="0">
              <a:lnSpc>
                <a:spcPct val="100%"/>
              </a:lnSpc>
            </a:pPr>
            <a:r>
              <a:rPr lang="en-US" sz="1000" spc="0" u="none">
                <a:solidFill>
                  <a:srgbClr val="3E3E3E">
                    <a:alpha val="100.00%"/>
                  </a:srgbClr>
                </a:solidFill>
                <a:latin typeface="Aptos"/>
              </a:rPr>
              <a:t><![CDATA[Servicio Institucion2]]></a:t>
            </a:r>
          </a:p>
        </p:txBody>
      </p:sp>
      <p:sp>
        <p:nvSpPr>
          <p:cNvPr id="11" name=""/>
          <p:cNvSpPr txBox="1"/>
          <p:nvPr/>
        </p:nvSpPr>
        <p:spPr>
          <a:xfrm>
            <a:off x="733425" y="1743075"/>
            <a:ext cx="666750" cy="161925"/>
          </a:xfrm>
          <a:prstGeom prst="rect">
            <a:avLst/>
          </a:prstGeom>
          <a:noFill/>
          <a:ln w="12700" cap="flat" cmpd="sng" algn="ctr">
            <a:solidFill>
              <a:srgbClr val="D8C7C7">
                <a:alpha val="100.00%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 rtlCol="0" bIns="45720" lIns="91440" rIns="91440" tIns="45720">
            <a:spAutoFit/>
          </a:bodyPr>
          <a:lstStyle/>
          <a:p>
            <a:pPr algn="l" fontAlgn="base" marL="0" marR="0" indent="0" lvl="0">
              <a:lnSpc>
                <a:spcPct val="100%"/>
              </a:lnSpc>
            </a:pPr>
            <a:r>
              <a:rPr lang="en-US" sz="1000" spc="0" u="none">
                <a:solidFill>
                  <a:srgbClr val="3E3E3E">
                    <a:alpha val="100.00%"/>
                  </a:srgbClr>
                </a:solidFill>
                <a:latin typeface="Aptos"/>
              </a:rPr>
              <a:t><![CDATA[3]]></a:t>
            </a:r>
          </a:p>
        </p:txBody>
      </p:sp>
      <p:sp>
        <p:nvSpPr>
          <p:cNvPr id="12" name=""/>
          <p:cNvSpPr txBox="1"/>
          <p:nvPr/>
        </p:nvSpPr>
        <p:spPr>
          <a:xfrm>
            <a:off x="1447800" y="1743075"/>
            <a:ext cx="3467100" cy="161925"/>
          </a:xfrm>
          <a:prstGeom prst="rect">
            <a:avLst/>
          </a:prstGeom>
          <a:noFill/>
          <a:ln w="12700" cap="flat" cmpd="sng" algn="ctr">
            <a:solidFill>
              <a:srgbClr val="D8C7C7">
                <a:alpha val="100.00%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 rtlCol="0" bIns="45720" lIns="91440" rIns="91440" tIns="45720">
            <a:spAutoFit/>
          </a:bodyPr>
          <a:lstStyle/>
          <a:p>
            <a:pPr algn="l" fontAlgn="base" marL="0" marR="0" indent="0" lvl="0">
              <a:lnSpc>
                <a:spcPct val="100%"/>
              </a:lnSpc>
            </a:pPr>
            <a:r>
              <a:rPr lang="en-US" sz="1000" spc="0" u="none">
                <a:solidFill>
                  <a:srgbClr val="3E3E3E">
                    <a:alpha val="100.00%"/>
                  </a:srgbClr>
                </a:solidFill>
                <a:latin typeface="Aptos"/>
              </a:rPr>
              <a:t><![CDATA[Institucion3]]></a:t>
            </a:r>
          </a:p>
        </p:txBody>
      </p:sp>
      <p:sp>
        <p:nvSpPr>
          <p:cNvPr id="13" name=""/>
          <p:cNvSpPr txBox="1"/>
          <p:nvPr/>
        </p:nvSpPr>
        <p:spPr>
          <a:xfrm>
            <a:off x="4981575" y="1743075"/>
            <a:ext cx="3400425" cy="161925"/>
          </a:xfrm>
          <a:prstGeom prst="rect">
            <a:avLst/>
          </a:prstGeom>
          <a:noFill/>
          <a:ln w="12700" cap="flat" cmpd="sng" algn="ctr">
            <a:solidFill>
              <a:srgbClr val="D8C7C7">
                <a:alpha val="100.00%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 rtlCol="0" bIns="45720" lIns="91440" rIns="91440" tIns="45720">
            <a:spAutoFit/>
          </a:bodyPr>
          <a:lstStyle/>
          <a:p>
            <a:pPr algn="l" fontAlgn="base" marL="0" marR="0" indent="0" lvl="0">
              <a:lnSpc>
                <a:spcPct val="100%"/>
              </a:lnSpc>
            </a:pPr>
            <a:r>
              <a:rPr lang="en-US" sz="1000" spc="0" u="none">
                <a:solidFill>
                  <a:srgbClr val="3E3E3E">
                    <a:alpha val="100.00%"/>
                  </a:srgbClr>
                </a:solidFill>
                <a:latin typeface="Aptos"/>
              </a:rPr>
              <a:t><![CDATA[Servicio Institucion3]]>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2"/>
          <a:stretch>
            <a:fillRect/>
          </a:stretch>
        </a:blipFill>
      </p:bgPr>
    </p:bg>
    <p:spTree>
      <p:nvGrpSpPr>
        <p:cNvPr id="1" name=""/>
        <p:cNvGrpSpPr/>
        <p:nvPr/>
      </p:nvGrpSpPr>
      <p:grpSpPr>
        <a:xfrm>
          <a:off x="542925" y="762000"/>
          <a:ext cx="8610600" cy="1790700"/>
          <a:chOff x="542925" y="762000"/>
          <a:chExt cx="8610600" cy="1790700"/>
        </a:xfrm>
      </p:grpSpPr>
      <p:sp>
        <p:nvSpPr>
          <p:cNvPr id="1" name=""/>
          <p:cNvSpPr txBox="1"/>
          <p:nvPr/>
        </p:nvSpPr>
        <p:spPr>
          <a:xfrm>
            <a:off x="542925" y="762000"/>
            <a:ext cx="8067675" cy="200025"/>
          </a:xfrm>
          <a:prstGeom prst="rect">
            <a:avLst/>
          </a:prstGeom>
          <a:noFill/>
        </p:spPr>
        <p:txBody>
          <a:bodyPr rtlCol="0" bIns="45720" lIns="91440" rIns="91440" tIns="45720">
            <a:spAutoFit/>
          </a:bodyPr>
          <a:lstStyle/>
          <a:p>
            <a:pPr algn="l" fontAlgn="base" marL="0" marR="0" indent="0" lvl="0">
              <a:lnSpc>
                <a:spcPct val="100%"/>
              </a:lnSpc>
            </a:pPr>
            <a:r>
              <a:rPr lang="en-US" b="1" sz="1600" spc="0" u="none">
                <a:solidFill>
                  <a:srgbClr val="800000">
                    <a:alpha val="100.00%"/>
                  </a:srgbClr>
                </a:solidFill>
                <a:latin typeface="Aptos"/>
              </a:rPr>
              <a:t><![CDATA[REQUERIMIENTOS]]></a:t>
            </a:r>
          </a:p>
        </p:txBody>
      </p:sp>
      <p:sp>
        <p:nvSpPr>
          <p:cNvPr id="2" name=""/>
          <p:cNvSpPr txBox="1"/>
          <p:nvPr/>
        </p:nvSpPr>
        <p:spPr>
          <a:xfrm>
            <a:off x="676275" y="1171575"/>
            <a:ext cx="2505075" cy="180975"/>
          </a:xfrm>
          <a:prstGeom prst="rect">
            <a:avLst/>
          </a:prstGeom>
          <a:solidFill>
            <a:srgbClr val="800000">
              <a:alpha val="100.00%"/>
            </a:srgbClr>
          </a:solidFill>
          <a:ln w="12700" cap="flat" cmpd="sng" algn="ctr">
            <a:solidFill>
              <a:srgbClr val="D8C7C7">
                <a:alpha val="100.00%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 rtlCol="0" bIns="45720" lIns="91440" rIns="91440" tIns="45720">
            <a:spAutoFit/>
          </a:bodyPr>
          <a:lstStyle/>
          <a:p>
            <a:pPr algn="ctr" fontAlgn="base" marL="0" marR="0" indent="0" lvl="0">
              <a:lnSpc>
                <a:spcPct val="100%"/>
              </a:lnSpc>
            </a:pPr>
            <a:r>
              <a:rPr lang="en-US" b="1" sz="1100" spc="0" u="none">
                <a:solidFill>
                  <a:srgbClr val="FFFFFF">
                    <a:alpha val="100.00%"/>
                  </a:srgbClr>
                </a:solidFill>
                <a:latin typeface="Aptos"/>
              </a:rPr>
              <a:t><![CDATA[Delegación Administrativa]]></a:t>
            </a:r>
          </a:p>
        </p:txBody>
      </p:sp>
      <p:sp>
        <p:nvSpPr>
          <p:cNvPr id="3" name=""/>
          <p:cNvSpPr txBox="1"/>
          <p:nvPr/>
        </p:nvSpPr>
        <p:spPr>
          <a:xfrm>
            <a:off x="3248025" y="1171575"/>
            <a:ext cx="2505075" cy="180975"/>
          </a:xfrm>
          <a:prstGeom prst="rect">
            <a:avLst/>
          </a:prstGeom>
          <a:solidFill>
            <a:srgbClr val="800000">
              <a:alpha val="100.00%"/>
            </a:srgbClr>
          </a:solidFill>
          <a:ln w="12700" cap="flat" cmpd="sng" algn="ctr">
            <a:solidFill>
              <a:srgbClr val="D8C7C7">
                <a:alpha val="100.00%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 rtlCol="0" bIns="45720" lIns="91440" rIns="91440" tIns="45720">
            <a:spAutoFit/>
          </a:bodyPr>
          <a:lstStyle/>
          <a:p>
            <a:pPr algn="ctr" fontAlgn="base" marL="0" marR="0" indent="0" lvl="0">
              <a:lnSpc>
                <a:spcPct val="100%"/>
              </a:lnSpc>
            </a:pPr>
            <a:r>
              <a:rPr lang="en-US" b="1" sz="1100" spc="0" u="none">
                <a:solidFill>
                  <a:srgbClr val="FFFFFF">
                    <a:alpha val="100.00%"/>
                  </a:srgbClr>
                </a:solidFill>
                <a:latin typeface="Aptos"/>
              </a:rPr>
              <a:t><![CDATA[Comunicación Social]]></a:t>
            </a:r>
          </a:p>
        </p:txBody>
      </p:sp>
      <p:sp>
        <p:nvSpPr>
          <p:cNvPr id="4" name=""/>
          <p:cNvSpPr txBox="1"/>
          <p:nvPr/>
        </p:nvSpPr>
        <p:spPr>
          <a:xfrm>
            <a:off x="5810250" y="1171575"/>
            <a:ext cx="2505075" cy="180975"/>
          </a:xfrm>
          <a:prstGeom prst="rect">
            <a:avLst/>
          </a:prstGeom>
          <a:solidFill>
            <a:srgbClr val="800000">
              <a:alpha val="100.00%"/>
            </a:srgbClr>
          </a:solidFill>
          <a:ln w="12700" cap="flat" cmpd="sng" algn="ctr">
            <a:solidFill>
              <a:srgbClr val="D8C7C7">
                <a:alpha val="100.00%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 rtlCol="0" bIns="45720" lIns="91440" rIns="91440" tIns="45720">
            <a:spAutoFit/>
          </a:bodyPr>
          <a:lstStyle/>
          <a:p>
            <a:pPr algn="ctr" fontAlgn="base" marL="0" marR="0" indent="0" lvl="0">
              <a:lnSpc>
                <a:spcPct val="100%"/>
              </a:lnSpc>
            </a:pPr>
            <a:r>
              <a:rPr lang="en-US" b="1" sz="1100" spc="0" u="none">
                <a:solidFill>
                  <a:srgbClr val="FFFFFF">
                    <a:alpha val="100.00%"/>
                  </a:srgbClr>
                </a:solidFill>
                <a:latin typeface="Aptos"/>
              </a:rPr>
              <a:t><![CDATA[Dirección General de Administración]]></a:t>
            </a:r>
          </a:p>
        </p:txBody>
      </p:sp>
      <p:sp>
        <p:nvSpPr>
          <p:cNvPr id="5" name=""/>
          <p:cNvSpPr txBox="1"/>
          <p:nvPr/>
        </p:nvSpPr>
        <p:spPr>
          <a:xfrm>
            <a:off x="676275" y="1400175"/>
            <a:ext cx="2505075" cy="390525"/>
          </a:xfrm>
          <a:prstGeom prst="rect">
            <a:avLst/>
          </a:prstGeom>
          <a:noFill/>
          <a:ln w="12700" cap="flat" cmpd="sng" algn="ctr">
            <a:solidFill>
              <a:srgbClr val="D8C7C7">
                <a:alpha val="100.00%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 rtlCol="0" bIns="45720" lIns="91440" rIns="91440" tIns="45720">
            <a:spAutoFit/>
          </a:bodyPr>
          <a:lstStyle/>
          <a:p>
            <a:pPr algn="l" fontAlgn="base" marL="0" marR="0" indent="0" lvl="0">
              <a:lnSpc>
                <a:spcPct val="100%"/>
              </a:lnSpc>
            </a:pPr>
            <a:r>
              <a:rPr lang="en-US" sz="1000" spc="0" u="none">
                <a:solidFill>
                  <a:srgbClr val="3E3E3E">
                    <a:alpha val="100.00%"/>
                  </a:srgbClr>
                </a:solidFill>
                <a:latin typeface="Aptos"/>
              </a:rPr>
              <a:t><![CDATA[1  Extensiones eléctricas
   30 Metros
1  Mesas cortas
   0.70 x 0.50 Metros]]></a:t>
            </a:r>
          </a:p>
        </p:txBody>
      </p:sp>
      <p:sp>
        <p:nvSpPr>
          <p:cNvPr id="6" name=""/>
          <p:cNvSpPr txBox="1"/>
          <p:nvPr/>
        </p:nvSpPr>
        <p:spPr>
          <a:xfrm>
            <a:off x="3248025" y="1400175"/>
            <a:ext cx="2505075" cy="390525"/>
          </a:xfrm>
          <a:prstGeom prst="rect">
            <a:avLst/>
          </a:prstGeom>
          <a:noFill/>
          <a:ln w="12700" cap="flat" cmpd="sng" algn="ctr">
            <a:solidFill>
              <a:srgbClr val="D8C7C7">
                <a:alpha val="100.00%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 rtlCol="0" bIns="45720" lIns="91440" rIns="91440" tIns="45720">
            <a:spAutoFit/>
          </a:bodyPr>
          <a:lstStyle/>
          <a:p>
            <a:pPr algn="l" fontAlgn="base" marL="0" marR="0" indent="0" lvl="0">
              <a:lnSpc>
                <a:spcPct val="100%"/>
              </a:lnSpc>
            </a:pPr>
            <a:r>
              <a:rPr lang="en-US" sz="1000" spc="0" u="none">
                <a:solidFill>
                  <a:srgbClr val="3E3E3E">
                    <a:alpha val="100.00%"/>
                  </a:srgbClr>
                </a:solidFill>
                <a:latin typeface="Aptos"/>
              </a:rPr>
              <a:t><![CDATA[1  Back
   3.05 x 9.76 m Estructura
1  Banner
   80 x 1.80 cm Medida Estandar]]></a:t>
            </a:r>
          </a:p>
        </p:txBody>
      </p:sp>
      <p:sp>
        <p:nvSpPr>
          <p:cNvPr id="7" name=""/>
          <p:cNvSpPr txBox="1"/>
          <p:nvPr/>
        </p:nvSpPr>
        <p:spPr>
          <a:xfrm>
            <a:off x="5810250" y="1400175"/>
            <a:ext cx="2505075" cy="390525"/>
          </a:xfrm>
          <a:prstGeom prst="rect">
            <a:avLst/>
          </a:prstGeom>
          <a:noFill/>
          <a:ln w="12700" cap="flat" cmpd="sng" algn="ctr">
            <a:solidFill>
              <a:srgbClr val="D8C7C7">
                <a:alpha val="100.00%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 rtlCol="0" bIns="45720" lIns="91440" rIns="91440" tIns="45720">
            <a:spAutoFit/>
          </a:bodyPr>
          <a:lstStyle/>
          <a:p>
            <a:pPr algn="l" fontAlgn="base" marL="0" marR="0" indent="0" lvl="0">
              <a:lnSpc>
                <a:spcPct val="100%"/>
              </a:lnSpc>
            </a:pPr>
            <a:r>
              <a:rPr lang="en-US" sz="1000" spc="0" u="none">
                <a:solidFill>
                  <a:srgbClr val="3E3E3E">
                    <a:alpha val="100.00%"/>
                  </a:srgbClr>
                </a:solidFill>
                <a:latin typeface="Aptos"/>
              </a:rPr>
              <a:t><![CDATA[1  Carpa
   10 x 20 Metros
1  Mampara
   7.62 x 2.59 x 30 Centímetros]]>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2"/>
          <a:stretch>
            <a:fillRect/>
          </a:stretch>
        </a:blipFill>
      </p:bgPr>
    </p:bg>
    <p:spTree>
      <p:nvGrpSpPr>
        <p:cNvPr id="1" name=""/>
        <p:cNvGrpSpPr/>
        <p:nvPr/>
      </p:nvGrpSpPr>
      <p:grpSpPr>
        <a:xfrm>
          <a:off x="542925" y="762000"/>
          <a:ext cx="8610600" cy="5438775"/>
          <a:chOff x="542925" y="762000"/>
          <a:chExt cx="8610600" cy="5438775"/>
        </a:xfrm>
      </p:grpSpPr>
      <p:sp>
        <p:nvSpPr>
          <p:cNvPr id="1" name=""/>
          <p:cNvSpPr txBox="1"/>
          <p:nvPr/>
        </p:nvSpPr>
        <p:spPr>
          <a:xfrm>
            <a:off x="542925" y="762000"/>
            <a:ext cx="8067675" cy="200025"/>
          </a:xfrm>
          <a:prstGeom prst="rect">
            <a:avLst/>
          </a:prstGeom>
          <a:noFill/>
        </p:spPr>
        <p:txBody>
          <a:bodyPr rtlCol="0" bIns="45720" lIns="91440" rIns="91440" tIns="45720">
            <a:spAutoFit/>
          </a:bodyPr>
          <a:lstStyle/>
          <a:p>
            <a:pPr algn="l" fontAlgn="base" marL="0" marR="0" indent="0" lvl="0">
              <a:lnSpc>
                <a:spcPct val="100%"/>
              </a:lnSpc>
            </a:pPr>
            <a:r>
              <a:rPr lang="en-US" b="1" sz="1600" spc="0" u="none">
                <a:solidFill>
                  <a:srgbClr val="800000">
                    <a:alpha val="100.00%"/>
                  </a:srgbClr>
                </a:solidFill>
                <a:latin typeface="Aptos"/>
              </a:rPr>
              <a:t><![CDATA[REQUERIMIENTOS]]></a:t>
            </a:r>
          </a:p>
        </p:txBody>
      </p:sp>
      <p:sp>
        <p:nvSpPr>
          <p:cNvPr id="2" name=""/>
          <p:cNvSpPr txBox="1"/>
          <p:nvPr/>
        </p:nvSpPr>
        <p:spPr>
          <a:xfrm>
            <a:off x="676275" y="1171575"/>
            <a:ext cx="3609975" cy="180975"/>
          </a:xfrm>
          <a:prstGeom prst="rect">
            <a:avLst/>
          </a:prstGeom>
          <a:solidFill>
            <a:srgbClr val="800000">
              <a:alpha val="100.00%"/>
            </a:srgbClr>
          </a:solidFill>
          <a:ln w="12700" cap="flat" cmpd="sng" algn="ctr">
            <a:solidFill>
              <a:srgbClr val="D8C7C7">
                <a:alpha val="100.00%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 rtlCol="0" bIns="45720" lIns="91440" rIns="91440" tIns="45720">
            <a:spAutoFit/>
          </a:bodyPr>
          <a:lstStyle/>
          <a:p>
            <a:pPr algn="ctr" fontAlgn="base" marL="0" marR="0" indent="0" lvl="0">
              <a:lnSpc>
                <a:spcPct val="100%"/>
              </a:lnSpc>
            </a:pPr>
            <a:r>
              <a:rPr lang="en-US" b="1" sz="1100" spc="0" u="none">
                <a:solidFill>
                  <a:srgbClr val="FFFFFF">
                    <a:alpha val="100.00%"/>
                  </a:srgbClr>
                </a:solidFill>
                <a:latin typeface="Aptos"/>
              </a:rPr>
              <a:t><![CDATA[Delegación Administrativa]]></a:t>
            </a:r>
          </a:p>
        </p:txBody>
      </p:sp>
      <p:sp>
        <p:nvSpPr>
          <p:cNvPr id="3" name=""/>
          <p:cNvSpPr txBox="1"/>
          <p:nvPr/>
        </p:nvSpPr>
        <p:spPr>
          <a:xfrm>
            <a:off x="4352925" y="1171575"/>
            <a:ext cx="3609975" cy="180975"/>
          </a:xfrm>
          <a:prstGeom prst="rect">
            <a:avLst/>
          </a:prstGeom>
          <a:solidFill>
            <a:srgbClr val="800000">
              <a:alpha val="100.00%"/>
            </a:srgbClr>
          </a:solidFill>
          <a:ln w="12700" cap="flat" cmpd="sng" algn="ctr">
            <a:solidFill>
              <a:srgbClr val="D8C7C7">
                <a:alpha val="100.00%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 rtlCol="0" bIns="45720" lIns="91440" rIns="91440" tIns="45720">
            <a:spAutoFit/>
          </a:bodyPr>
          <a:lstStyle/>
          <a:p>
            <a:pPr algn="ctr" fontAlgn="base" marL="0" marR="0" indent="0" lvl="0">
              <a:lnSpc>
                <a:spcPct val="100%"/>
              </a:lnSpc>
            </a:pPr>
            <a:r>
              <a:rPr lang="en-US" b="1" sz="1100" spc="0" u="none">
                <a:solidFill>
                  <a:srgbClr val="FFFFFF">
                    <a:alpha val="100.00%"/>
                  </a:srgbClr>
                </a:solidFill>
                <a:latin typeface="Aptos"/>
              </a:rPr>
              <a:t><![CDATA[Evento y ubicación]]></a:t>
            </a:r>
          </a:p>
        </p:txBody>
      </p:sp>
      <p:sp>
        <p:nvSpPr>
          <p:cNvPr id="4" name=""/>
          <p:cNvSpPr txBox="1"/>
          <p:nvPr/>
        </p:nvSpPr>
        <p:spPr>
          <a:xfrm>
            <a:off x="676275" y="1400175"/>
            <a:ext cx="3609975" cy="390525"/>
          </a:xfrm>
          <a:prstGeom prst="rect">
            <a:avLst/>
          </a:prstGeom>
          <a:noFill/>
          <a:ln w="12700" cap="flat" cmpd="sng" algn="ctr">
            <a:solidFill>
              <a:srgbClr val="D8C7C7">
                <a:alpha val="100.00%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 rtlCol="0" bIns="45720" lIns="91440" rIns="91440" tIns="45720">
            <a:spAutoFit/>
          </a:bodyPr>
          <a:lstStyle/>
          <a:p>
            <a:pPr algn="l" fontAlgn="base" marL="0" marR="0" indent="0" lvl="0">
              <a:lnSpc>
                <a:spcPct val="100%"/>
              </a:lnSpc>
            </a:pPr>
            <a:r>
              <a:rPr lang="en-US" sz="1000" spc="0" u="none">
                <a:solidFill>
                  <a:srgbClr val="3E3E3E">
                    <a:alpha val="100.00%"/>
                  </a:srgbClr>
                </a:solidFill>
                <a:latin typeface="Aptos"/>
              </a:rPr>
              <a:t><![CDATA[1  Extensiones eléctricas
   30 Metros
1  Mesas cortas
   0.70 x 0.50 Metros]]></a:t>
            </a:r>
          </a:p>
        </p:txBody>
      </p:sp>
      <p:sp>
        <p:nvSpPr>
          <p:cNvPr id="5" name=""/>
          <p:cNvSpPr txBox="1"/>
          <p:nvPr/>
        </p:nvSpPr>
        <p:spPr>
          <a:xfrm>
            <a:off x="4352925" y="1400175"/>
            <a:ext cx="3609975" cy="390525"/>
          </a:xfrm>
          <a:prstGeom prst="rect">
            <a:avLst/>
          </a:prstGeom>
          <a:noFill/>
          <a:ln w="12700" cap="flat" cmpd="sng" algn="ctr">
            <a:solidFill>
              <a:srgbClr val="D8C7C7">
                <a:alpha val="100.00%"/>
              </a:srgbClr>
            </a:solidFill>
            <a:prstDash val="solid"/>
            <a:round/>
            <a:headEnd type="none" w="med" len="med"/>
            <a:tailEnd type="none" w="med" len="med"/>
          </a:ln>
        </p:spPr>
        <p:txBody>
          <a:bodyPr rtlCol="0" bIns="45720" lIns="91440" rIns="91440" tIns="45720">
            <a:spAutoFit/>
          </a:bodyPr>
          <a:lstStyle/>
          <a:p>
            <a:pPr algn="l" fontAlgn="base" marL="0" marR="0" indent="0" lvl="0">
              <a:lnSpc>
                <a:spcPct val="100%"/>
              </a:lnSpc>
            </a:pPr>
            <a:r>
              <a:rPr lang="en-US" sz="1000" spc="0" u="none">
                <a:solidFill>
                  <a:srgbClr val="3E3E3E">
                    <a:alpha val="100.00%"/>
                  </a:srgbClr>
                </a:solidFill>
                <a:latin typeface="Aptos"/>
              </a:rPr>
              <a:t><![CDATA[Evento: Carpeta prueba difundir
Día: 09 de agosto de 2026
Horario: 09:00:00 - 18:00:00 horas
Ubicación: Sn Sn Int. Sn CP 50260]]></a:t>
            </a:r>
          </a:p>
        </p:txBody>
      </p:sp>
      <p:sp>
        <p:nvSpPr>
          <p:cNvPr id="6" name=""/>
          <p:cNvSpPr txBox="1"/>
          <p:nvPr/>
        </p:nvSpPr>
        <p:spPr>
          <a:xfrm>
            <a:off x="647700" y="4514850"/>
            <a:ext cx="3381375" cy="142875"/>
          </a:xfrm>
          <a:prstGeom prst="rect">
            <a:avLst/>
          </a:prstGeom>
          <a:noFill/>
        </p:spPr>
        <p:txBody>
          <a:bodyPr rtlCol="0" bIns="45720" lIns="91440" rIns="91440" tIns="45720">
            <a:spAutoFit/>
          </a:bodyPr>
          <a:lstStyle/>
          <a:p>
            <a:pPr algn="ctr" fontAlgn="base" marL="0" marR="0" indent="0" lvl="0">
              <a:lnSpc>
                <a:spcPct val="100%"/>
              </a:lnSpc>
            </a:pPr>
            <a:r>
              <a:rPr lang="en-US" b="1" sz="1100" spc="0" u="none">
                <a:solidFill>
                  <a:srgbClr val="3E3E3E">
                    <a:alpha val="100.00%"/>
                  </a:srgbClr>
                </a:solidFill>
                <a:latin typeface="Aptos"/>
              </a:rPr>
              <a:t><![CDATA[Responsable del Evento]]></a:t>
            </a:r>
          </a:p>
        </p:txBody>
      </p:sp>
      <p:sp>
        <p:nvSpPr>
          <p:cNvPr id="7" name=""/>
          <p:cNvSpPr txBox="1"/>
          <p:nvPr/>
        </p:nvSpPr>
        <p:spPr>
          <a:xfrm>
            <a:off x="647700" y="4705350"/>
            <a:ext cx="3381375" cy="123825"/>
          </a:xfrm>
          <a:prstGeom prst="rect">
            <a:avLst/>
          </a:prstGeom>
          <a:noFill/>
        </p:spPr>
        <p:txBody>
          <a:bodyPr rtlCol="0" bIns="45720" lIns="91440" rIns="91440" tIns="45720">
            <a:spAutoFit/>
          </a:bodyPr>
          <a:lstStyle/>
          <a:p>
            <a:pPr algn="ctr" fontAlgn="base" marL="0" marR="0" indent="0" lvl="0">
              <a:lnSpc>
                <a:spcPct val="100%"/>
              </a:lnSpc>
            </a:pPr>
            <a:r>
              <a:rPr lang="en-US" sz="1000" spc="0" u="none">
                <a:solidFill>
                  <a:srgbClr val="3E3E3E">
                    <a:alpha val="100.00%"/>
                  </a:srgbClr>
                </a:solidFill>
                <a:latin typeface="Aptos"/>
              </a:rPr>
              <a:t><![CDATA[________________________]]></a:t>
            </a:r>
          </a:p>
        </p:txBody>
      </p:sp>
      <p:sp>
        <p:nvSpPr>
          <p:cNvPr id="8" name=""/>
          <p:cNvSpPr txBox="1"/>
          <p:nvPr/>
        </p:nvSpPr>
        <p:spPr>
          <a:xfrm>
            <a:off x="647700" y="4867275"/>
            <a:ext cx="3381375" cy="180975"/>
          </a:xfrm>
          <a:prstGeom prst="rect">
            <a:avLst/>
          </a:prstGeom>
          <a:noFill/>
        </p:spPr>
        <p:txBody>
          <a:bodyPr rtlCol="0" bIns="45720" lIns="91440" rIns="91440" tIns="45720">
            <a:spAutoFit/>
          </a:bodyPr>
          <a:lstStyle/>
          <a:p>
            <a:pPr algn="ctr" fontAlgn="base" marL="0" marR="0" indent="0" lvl="0">
              <a:lnSpc>
                <a:spcPct val="100%"/>
              </a:lnSpc>
            </a:pPr>
            <a:r>
              <a:rPr lang="en-US" b="1" sz="1100" spc="0" u="none">
                <a:solidFill>
                  <a:srgbClr val="3E3E3E">
                    <a:alpha val="100.00%"/>
                  </a:srgbClr>
                </a:solidFill>
                <a:latin typeface="Aptos"/>
              </a:rPr>
              <a:t><![CDATA[Candelario Martínez García ]]></a:t>
            </a:r>
          </a:p>
        </p:txBody>
      </p:sp>
      <p:sp>
        <p:nvSpPr>
          <p:cNvPr id="9" name=""/>
          <p:cNvSpPr txBox="1"/>
          <p:nvPr/>
        </p:nvSpPr>
        <p:spPr>
          <a:xfrm>
            <a:off x="647700" y="5067300"/>
            <a:ext cx="3381375" cy="180975"/>
          </a:xfrm>
          <a:prstGeom prst="rect">
            <a:avLst/>
          </a:prstGeom>
          <a:noFill/>
        </p:spPr>
        <p:txBody>
          <a:bodyPr rtlCol="0" bIns="45720" lIns="91440" rIns="91440" tIns="45720">
            <a:spAutoFit/>
          </a:bodyPr>
          <a:lstStyle/>
          <a:p>
            <a:pPr algn="ctr" fontAlgn="base" marL="0" marR="0" indent="0" lvl="0">
              <a:lnSpc>
                <a:spcPct val="100%"/>
              </a:lnSpc>
            </a:pPr>
            <a:r>
              <a:rPr lang="en-US" sz="1000" spc="0" u="none">
                <a:solidFill>
                  <a:srgbClr val="3E3E3E">
                    <a:alpha val="100.00%"/>
                  </a:srgbClr>
                </a:solidFill>
                <a:latin typeface="Aptos"/>
              </a:rPr>
              <a:t><![CDATA[Jefe del Departamento de Asuntos Indígenas]]></a:t>
            </a:r>
          </a:p>
        </p:txBody>
      </p:sp>
      <p:sp>
        <p:nvSpPr>
          <p:cNvPr id="10" name=""/>
          <p:cNvSpPr txBox="1"/>
          <p:nvPr/>
        </p:nvSpPr>
        <p:spPr>
          <a:xfrm>
            <a:off x="647700" y="5295900"/>
            <a:ext cx="3381375" cy="142875"/>
          </a:xfrm>
          <a:prstGeom prst="rect">
            <a:avLst/>
          </a:prstGeom>
          <a:noFill/>
        </p:spPr>
        <p:txBody>
          <a:bodyPr rtlCol="0" bIns="45720" lIns="91440" rIns="91440" tIns="45720">
            <a:spAutoFit/>
          </a:bodyPr>
          <a:lstStyle/>
          <a:p>
            <a:pPr algn="ctr" fontAlgn="base" marL="0" marR="0" indent="0" lvl="0">
              <a:lnSpc>
                <a:spcPct val="100%"/>
              </a:lnSpc>
            </a:pPr>
            <a:r>
              <a:rPr lang="en-US" b="1" sz="1000" spc="0" u="none">
                <a:solidFill>
                  <a:srgbClr val="3E3E3E">
                    <a:alpha val="100.00%"/>
                  </a:srgbClr>
                </a:solidFill>
                <a:latin typeface="Aptos"/>
              </a:rPr>
              <a:t><![CDATA[Vo. Bo.]]></a:t>
            </a:r>
          </a:p>
        </p:txBody>
      </p:sp>
      <p:sp>
        <p:nvSpPr>
          <p:cNvPr id="11" name=""/>
          <p:cNvSpPr txBox="1"/>
          <p:nvPr/>
        </p:nvSpPr>
        <p:spPr>
          <a:xfrm>
            <a:off x="4676775" y="4514850"/>
            <a:ext cx="3381375" cy="142875"/>
          </a:xfrm>
          <a:prstGeom prst="rect">
            <a:avLst/>
          </a:prstGeom>
          <a:noFill/>
        </p:spPr>
        <p:txBody>
          <a:bodyPr rtlCol="0" bIns="45720" lIns="91440" rIns="91440" tIns="45720">
            <a:spAutoFit/>
          </a:bodyPr>
          <a:lstStyle/>
          <a:p>
            <a:pPr algn="ctr" fontAlgn="base" marL="0" marR="0" indent="0" lvl="0">
              <a:lnSpc>
                <a:spcPct val="100%"/>
              </a:lnSpc>
            </a:pPr>
            <a:r>
              <a:rPr lang="en-US" b="1" sz="1100" spc="0" u="none">
                <a:solidFill>
                  <a:srgbClr val="3E3E3E">
                    <a:alpha val="100.00%"/>
                  </a:srgbClr>
                </a:solidFill>
                <a:latin typeface="Aptos"/>
              </a:rPr>
              <a:t><![CDATA[Delegado Administrativo]]></a:t>
            </a:r>
          </a:p>
        </p:txBody>
      </p:sp>
      <p:sp>
        <p:nvSpPr>
          <p:cNvPr id="12" name=""/>
          <p:cNvSpPr txBox="1"/>
          <p:nvPr/>
        </p:nvSpPr>
        <p:spPr>
          <a:xfrm>
            <a:off x="4676775" y="4705350"/>
            <a:ext cx="3381375" cy="123825"/>
          </a:xfrm>
          <a:prstGeom prst="rect">
            <a:avLst/>
          </a:prstGeom>
          <a:noFill/>
        </p:spPr>
        <p:txBody>
          <a:bodyPr rtlCol="0" bIns="45720" lIns="91440" rIns="91440" tIns="45720">
            <a:spAutoFit/>
          </a:bodyPr>
          <a:lstStyle/>
          <a:p>
            <a:pPr algn="ctr" fontAlgn="base" marL="0" marR="0" indent="0" lvl="0">
              <a:lnSpc>
                <a:spcPct val="100%"/>
              </a:lnSpc>
            </a:pPr>
            <a:r>
              <a:rPr lang="en-US" sz="1000" spc="0" u="none">
                <a:solidFill>
                  <a:srgbClr val="3E3E3E">
                    <a:alpha val="100.00%"/>
                  </a:srgbClr>
                </a:solidFill>
                <a:latin typeface="Aptos"/>
              </a:rPr>
              <a:t><![CDATA[________________________]]></a:t>
            </a:r>
          </a:p>
        </p:txBody>
      </p:sp>
      <p:sp>
        <p:nvSpPr>
          <p:cNvPr id="13" name=""/>
          <p:cNvSpPr txBox="1"/>
          <p:nvPr/>
        </p:nvSpPr>
        <p:spPr>
          <a:xfrm>
            <a:off x="4676775" y="4867275"/>
            <a:ext cx="3381375" cy="180975"/>
          </a:xfrm>
          <a:prstGeom prst="rect">
            <a:avLst/>
          </a:prstGeom>
          <a:noFill/>
        </p:spPr>
        <p:txBody>
          <a:bodyPr rtlCol="0" bIns="45720" lIns="91440" rIns="91440" tIns="45720">
            <a:spAutoFit/>
          </a:bodyPr>
          <a:lstStyle/>
          <a:p>
            <a:pPr algn="ctr" fontAlgn="base" marL="0" marR="0" indent="0" lvl="0">
              <a:lnSpc>
                <a:spcPct val="100%"/>
              </a:lnSpc>
            </a:pPr>
            <a:r>
              <a:rPr lang="en-US" b="1" sz="1100" spc="0" u="none">
                <a:solidFill>
                  <a:srgbClr val="3E3E3E">
                    <a:alpha val="100.00%"/>
                  </a:srgbClr>
                </a:solidFill>
                <a:latin typeface="Aptos"/>
              </a:rPr>
              <a:t><![CDATA[Lcdo. Marco Antonio Guadarrama López]]></a:t>
            </a:r>
          </a:p>
        </p:txBody>
      </p:sp>
      <p:sp>
        <p:nvSpPr>
          <p:cNvPr id="14" name=""/>
          <p:cNvSpPr txBox="1"/>
          <p:nvPr/>
        </p:nvSpPr>
        <p:spPr>
          <a:xfrm>
            <a:off x="4676775" y="5067300"/>
            <a:ext cx="3381375" cy="180975"/>
          </a:xfrm>
          <a:prstGeom prst="rect">
            <a:avLst/>
          </a:prstGeom>
          <a:noFill/>
        </p:spPr>
        <p:txBody>
          <a:bodyPr rtlCol="0" bIns="45720" lIns="91440" rIns="91440" tIns="45720">
            <a:spAutoFit/>
          </a:bodyPr>
          <a:lstStyle/>
          <a:p>
            <a:pPr algn="ctr" fontAlgn="base" marL="0" marR="0" indent="0" lvl="0">
              <a:lnSpc>
                <a:spcPct val="100%"/>
              </a:lnSpc>
            </a:pPr>
            <a:r>
              <a:rPr lang="en-US" sz="1000" spc="0" u="none">
                <a:solidFill>
                  <a:srgbClr val="3E3E3E">
                    <a:alpha val="100.00%"/>
                  </a:srgbClr>
                </a:solidFill>
                <a:latin typeface="Aptos"/>
              </a:rPr>
              <a:t><![CDATA[Delegado Administrativo]]></a:t>
            </a:r>
          </a:p>
        </p:txBody>
      </p:sp>
      <p:sp>
        <p:nvSpPr>
          <p:cNvPr id="15" name=""/>
          <p:cNvSpPr txBox="1"/>
          <p:nvPr/>
        </p:nvSpPr>
        <p:spPr>
          <a:xfrm>
            <a:off x="4676775" y="5295900"/>
            <a:ext cx="3381375" cy="142875"/>
          </a:xfrm>
          <a:prstGeom prst="rect">
            <a:avLst/>
          </a:prstGeom>
          <a:noFill/>
        </p:spPr>
        <p:txBody>
          <a:bodyPr rtlCol="0" bIns="45720" lIns="91440" rIns="91440" tIns="45720">
            <a:spAutoFit/>
          </a:bodyPr>
          <a:lstStyle/>
          <a:p>
            <a:pPr algn="ctr" fontAlgn="base" marL="0" marR="0" indent="0" lvl="0">
              <a:lnSpc>
                <a:spcPct val="100%"/>
              </a:lnSpc>
            </a:pPr>
            <a:r>
              <a:rPr lang="en-US" b="1" sz="1000" spc="0" u="none">
                <a:solidFill>
                  <a:srgbClr val="3E3E3E">
                    <a:alpha val="100.00%"/>
                  </a:srgbClr>
                </a:solidFill>
                <a:latin typeface="Aptos"/>
              </a:rPr>
              <a:t><![CDATA[Vo. Bo. Validado]]>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Theme69">
  <a:themeElements>
    <a:clrScheme name="Theme69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Theme69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inorFont>
    </a:fontScheme>
    <a:fmtScheme name="Theme69">
      <a:fillStyleLst>
        <a:solidFill>
          <a:schemeClr val="phClr"/>
        </a:solidFill>
        <a:gradFill rotWithShape="1">
          <a:gsLst>
            <a:gs pos="0%">
              <a:schemeClr val="phClr">
                <a:tint val="50%"/>
                <a:satMod val="300%"/>
              </a:schemeClr>
            </a:gs>
            <a:gs pos="35%">
              <a:schemeClr val="phClr">
                <a:tint val="37%"/>
                <a:satMod val="300%"/>
              </a:schemeClr>
            </a:gs>
            <a:gs pos="100%">
              <a:schemeClr val="phClr">
                <a:tint val="15%"/>
                <a:satMod val="350%"/>
              </a:schemeClr>
            </a:gs>
          </a:gsLst>
          <a:lin ang="16200000" scaled="1"/>
        </a:gradFill>
        <a:gradFill rotWithShape="1">
          <a:gsLst>
            <a:gs pos="0%">
              <a:schemeClr val="phClr">
                <a:shade val="51%"/>
                <a:satMod val="130%"/>
              </a:schemeClr>
            </a:gs>
            <a:gs pos="80%">
              <a:schemeClr val="phClr">
                <a:shade val="93%"/>
                <a:satMod val="130%"/>
              </a:schemeClr>
            </a:gs>
            <a:gs pos="100%">
              <a:schemeClr val="phClr">
                <a:shade val="94%"/>
                <a:satMod val="135%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%"/>
              <a:satMod val="105%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r="5400000" dist="20000" rotWithShape="0">
              <a:srgbClr val="000000">
                <a:alpha val="38%"/>
              </a:srgbClr>
            </a:outerShdw>
          </a:effectLst>
        </a:effectStyle>
        <a:effectStyle>
          <a:effectLst>
            <a:outerShdw blurRad="40000" dir="5400000" dist="23000" rotWithShape="0">
              <a:srgbClr val="000000">
                <a:alpha val="35%"/>
              </a:srgbClr>
            </a:outerShdw>
          </a:effectLst>
        </a:effectStyle>
        <a:effectStyle>
          <a:effectLst>
            <a:outerShdw blurRad="40000" dir="5400000" dist="23000" rotWithShape="0">
              <a:srgbClr val="000000">
                <a:alpha val="35%"/>
              </a:srgbClr>
            </a:outerShdw>
          </a:effectLst>
          <a:scene3d>
            <a:camera prst="orthographicFront">
              <a:rot lat="0" lon="0" rev="0"/>
            </a:camera>
            <a:lightRig dir="t" rig="threePt">
              <a:rot lat="0" lon="0" rev="1200000"/>
            </a:lightRig>
          </a:scene3d>
          <a:sp3d>
            <a:bevelT h="25400" w="63500"/>
          </a:sp3d>
        </a:effectStyle>
      </a:effectStyleLst>
      <a:bgFillStyleLst>
        <a:solidFill>
          <a:schemeClr val="phClr"/>
        </a:solidFill>
        <a:gradFill rotWithShape="1">
          <a:gsLst>
            <a:gs pos="0%">
              <a:schemeClr val="phClr">
                <a:tint val="40%"/>
                <a:satMod val="350%"/>
              </a:schemeClr>
            </a:gs>
            <a:gs pos="40%">
              <a:schemeClr val="phClr">
                <a:tint val="45%"/>
                <a:shade val="99%"/>
                <a:satMod val="350%"/>
              </a:schemeClr>
            </a:gs>
            <a:gs pos="100%">
              <a:schemeClr val="phClr">
                <a:shade val="20%"/>
                <a:satMod val="255%"/>
              </a:schemeClr>
            </a:gs>
          </a:gsLst>
          <a:path path="circle">
            <a:fillToRect b="180%" l="50%" r="50%" t="-80%"/>
          </a:path>
        </a:gradFill>
        <a:gradFill rotWithShape="1">
          <a:gsLst>
            <a:gs pos="0%">
              <a:schemeClr val="phClr">
                <a:tint val="80%"/>
                <a:satMod val="300%"/>
              </a:schemeClr>
            </a:gs>
            <a:gs pos="100%">
              <a:schemeClr val="phClr">
                <a:shade val="30%"/>
                <a:satMod val="200%"/>
              </a:schemeClr>
            </a:gs>
          </a:gsLst>
          <a:path path="circle">
            <a:fillToRect b="50%" l="50%" r="50%" t="50%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Application>Microsoft Office PowerPoint</Application>
  <Slides>11</Slide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1" baseType="lpstr">
      <vt:lpstr>Office Theme</vt:lpstr>
    </vt:vector>
  </TitlesOfParts>
  <Company>Microsoft Corporation</Company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Unknown Creator</dc:creator>
  <cp:lastModifiedBy>Unknown Creator</cp:lastModifiedBy>
  <dcterms:created xsi:type="dcterms:W3CDTF">2026-08-10T01:06:34Z</dcterms:created>
  <dcterms:modified xsi:type="dcterms:W3CDTF">2026-08-10T01:06:34Z</dcterms:modified>
  <dc:title>Untitled Presentation</dc:title>
  <dc:description/>
  <dc:subject/>
  <cp:keywords/>
  <cp:category/>
</cp:coreProperties>
</file>

<file path=docProps/custom.xml><?xml version="1.0" encoding="utf-8"?>
<Properties xmlns="http://schemas.openxmlformats.org/officeDocument/2006/custom-properties" xmlns:vt="http://schemas.openxmlformats.org/officeDocument/2006/docPropsVTypes"/>
</file>