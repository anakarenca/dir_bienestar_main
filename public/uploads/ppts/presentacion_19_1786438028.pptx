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45430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pptx_portada1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maps_17864373932.jpg"/>
  <Relationship Id="rId3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2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ltima prueb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Mtro. Omar Ruiz Castillo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990975"/>
          <a:chOff x="542925" y="762000"/>
          <a:chExt cx="8610600" cy="39909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r la instalación e integración del Consejo Municipal de Población (COMUPO)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1019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cluye las acciones y procedimientos necesarios para desarrollar y fortalecer las fases para la
planeación, programación, presupuestación, seguimiento  y evaluación programático - presupuestal,
considerando las fases del registro contable presupuestal y el correspondiente proceso de rendición
de cuentas, adicionalmente incluye los procedimientos de planeación y evaluación de los planes de
Desarrollo Municipal, los programas regionales y sectoriales que de él derivan.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9622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31242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pósito prueb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543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705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 p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10-01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nstituyentes Sn Int. Sn CP 5015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bcdefg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Constituyentes Sn Int. Sn CP 5015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AHaCLWAP6hxhuECS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47700" y="1695450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Foto del lugar no disponible.]]></a:t>
            </a:r>
          </a:p>
        </p:txBody>
      </p:sp>
      <p:pic>
        <p:nvPicPr>
          <p:cNvPr id="5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850" y="2667000"/>
            <a:ext cx="3562350" cy="1933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12:2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tro. Omar Ruiz Castillo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7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tr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Nancy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0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2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ter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 pete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Sofia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uesto sofu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prueb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95450"/>
          <a:chOff x="542925" y="762000"/>
          <a:chExt cx="8610600" cy="16954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vitado p
Cargo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gual p
Cargo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485900"/>
          <a:chOff x="542925" y="762000"/>
          <a:chExt cx="8610600" cy="14859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 prueb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prueb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666875"/>
          <a:chOff x="542925" y="762000"/>
          <a:chExt cx="8610600" cy="16668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266700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Ultima prueba
Día: 01 de octubre de 2026
Horario: 09:00:00 - 18:00:00 horas
Ubicación: Constituyentes Sn Int. Sn CP 5015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 Sistem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dministrador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2026-08-11T08:47:08Z</dcterms:created>
  <dcterms:modified xsi:type="dcterms:W3CDTF">2026-08-11T08:47:08Z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