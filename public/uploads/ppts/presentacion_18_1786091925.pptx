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819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907461.jp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091919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6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hgiuhbinkjknmpñl,´{ñplmolñml, hinmkmlñmlñmmlmlñmm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9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7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57475"/>
            <a:ext cx="3600450" cy="1952625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009775"/>
          <a:chOff x="542925" y="762000"/>
          <a:chExt cx="8610600" cy="2009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Tod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Jorge Leonardo Espinoza López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6383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30 - 17:5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6383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6383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6383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8478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5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8478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8478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8478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ANA KAREN CARMONA AVILE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An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Nancy Espinosa Nute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Nancy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 Digital
   16:9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Planta de luz
   Unidade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
Día: 30 de septiem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persona autorizada registrada.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o registrado.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1">
  <a:themeElements>
    <a:clrScheme name="Theme6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2026-08-07T08:38:45Z</dcterms:created>
  <dcterms:modified xsi:type="dcterms:W3CDTF">2026-08-07T08:38:45Z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