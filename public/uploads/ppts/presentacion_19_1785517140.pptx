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453341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6334125"/>
          <a:chOff x="1524000" y="381000"/>
          <a:chExt cx="16764000" cy="63341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TOLUC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952500"/>
            <a:ext cx="15240000" cy="4762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APITAL DE OPORTUNIDADES Y PROGRES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905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 de Apoyo Técnic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 DE CONVIVENCIA SOC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571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CLUSIÓN Y NO DISCRIMIN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3048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r la instalación e integración del Consejo Municipal de Población (COMUPO)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429000" y="4000500"/>
            <a:ext cx="11430000" cy="381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APROBADO | RESPONS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429000" y="4400550"/>
            <a:ext cx="1143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tra. Andrea Ma. Del Rocío Merlos Nájera | 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524000" y="4953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 entrega: 2026-07-30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524000" y="5238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alizó: Mtro. Omar Ruiz Castillo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524000" y="552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: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524000" y="600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l evento: 2026-10-01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619375"/>
          <a:chOff x="1524000" y="381000"/>
          <a:chExt cx="16764000" cy="26193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ínea de acción PbRM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809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Objetivo del Evento: Propósito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úmero de beneficiarios: 2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1666875"/>
          <a:chOff x="1524000" y="381000"/>
          <a:chExt cx="16764000" cy="1666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jus p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952875"/>
          <a:chOff x="1524000" y="381000"/>
          <a:chExt cx="16764000" cy="3952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: 2026-10-01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 inicio: 09:00:0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ugar: Plaz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Vestimenta: Formal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857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uración: 9 h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238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: abcdef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524000" y="3619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 - Coordinación de Apoyo Técnico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714625"/>
          <a:chOff x="1524000" y="381000"/>
          <a:chExt cx="16764000" cy="27146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Google Maps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3812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o hay imágenes disponible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657600"/>
          <a:chOff x="1524000" y="381000"/>
          <a:chExt cx="16764000" cy="36576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Hora         Actividad                                          Responsable                                        Duración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09:00        Inicio                                             ID: 2                                              200 min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0861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2:20        Otro                                               Nancy                                              300 min           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33909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7:20        Fin                                                Oscar2                                             40 min            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714375" y="381000"/>
          <a:ext cx="16764000" cy="7762875"/>
          <a:chOff x="714375" y="381000"/>
          <a:chExt cx="16764000" cy="7762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resí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143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eter
carg pete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69862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Sofia
Puesto sofu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6828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Ann
cargo an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476625" y="4238625"/>
            <a:ext cx="1238250" cy="1238250"/>
          </a:xfrm>
          <a:prstGeom prst="rect">
            <a:avLst/>
          </a:prstGeom>
          <a:solidFill>
            <a:srgbClr val="80000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residente
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6513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alem
cargo Hale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63562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ancy Espinosa Nute
Cargo Na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6198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
]]></a:t>
            </a:r>
          </a:p>
        </p:txBody>
      </p:sp>
      <p:sp>
        <p:nvSpPr>
          <p:cNvPr id="9" name=""/>
          <p:cNvSpPr txBox="1"/>
          <p:nvPr/>
        </p:nvSpPr>
        <p:spPr>
          <a:xfrm>
            <a:off x="8572500" y="2476500"/>
            <a:ext cx="5715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os.       Nombre             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8572500" y="27813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*          Peter               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8572500" y="30861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         Sofia               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8572500" y="33909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2          Ann                 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572500" y="36957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3          Halem               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8572500" y="40005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4          Nancy Espinosa Nute 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8572500" y="43053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5                              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1524000" y="7429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352800"/>
          <a:chOff x="1524000" y="381000"/>
          <a:chExt cx="16764000" cy="33528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vitado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vitado p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0861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gual p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048000"/>
          <a:chOff x="1524000" y="381000"/>
          <a:chExt cx="16764000" cy="3048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Módulos Jornada Integral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stitucio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ervici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stitucion prueb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ervicio prueb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048000"/>
          <a:chOff x="1524000" y="381000"/>
          <a:chExt cx="16764000" cy="3048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Operativ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19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ternos: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Nombre_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30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tro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19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xternos: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Nombre_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10 x 20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tro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667125"/>
          <a:chOff x="1524000" y="381000"/>
          <a:chExt cx="16764000" cy="36671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Finales y 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vento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ía: 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rio: 09:00:00 - 18:00:0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952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1: Mtro. Omar Ruiz Castillo - Coordinador de Apoyo Técnic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333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2: Lcdo. Marco Antonio Guadarrama López - Delegado Administrativ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45">
  <a:themeElements>
    <a:clrScheme name="Theme4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5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2026-07-31T16:59:00Z</dcterms:created>
  <dcterms:modified xsi:type="dcterms:W3CDTF">2026-07-31T16:59:00Z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