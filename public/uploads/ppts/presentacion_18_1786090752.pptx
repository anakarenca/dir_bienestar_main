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702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907461.jp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090746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57475"/>
            <a:ext cx="3600450" cy="195262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009775"/>
          <a:chOff x="542925" y="762000"/>
          <a:chExt cx="8610600" cy="2009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6383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30 - 17:5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6383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6383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6383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8478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5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8478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8478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8478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A KAREN CARMONA AVIL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Nancy Espinosa Nut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Nanc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Unidade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6:9 Medida Estandar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
López - Delegado Administrativo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.70 x 0.50 Metr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2026-09-30
Horario: 09:00:00 - 18:00:00 horas
Ubicación: Constituyentes Sn Int. Sn CP 50150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8">
  <a:themeElements>
    <a:clrScheme name="Theme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2026-08-07T08:19:12Z</dcterms:created>
  <dcterms:modified xsi:type="dcterms:W3CDTF">2026-08-07T08:19:12Z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