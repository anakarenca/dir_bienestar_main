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presProps" Target="presProps.xml"/>
  <Relationship Id="rId15" Type="http://schemas.openxmlformats.org/officeDocument/2006/relationships/viewProps" Target="viewProps.xml"/>
  <Relationship Id="rId16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75330209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ondo_17863112401.png"/>
  <Relationship Id="rId3" Type="http://schemas.openxmlformats.org/officeDocument/2006/relationships/image" Target="../media/fondo_pptx_portada2.pn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.pn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2.pn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3.pn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lugar_17863112403.jpg"/>
  <Relationship Id="rId3" Type="http://schemas.openxmlformats.org/officeDocument/2006/relationships/image" Target="../media/maps_17863112404.png"/>
  <Relationship Id="rId4" Type="http://schemas.openxmlformats.org/officeDocument/2006/relationships/image" Target="../media/background_4.pn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5.pn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6.pn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7.png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8.png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9.png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0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857250"/>
          <a:ext cx="9144000" cy="6000750"/>
          <a:chOff x="0" y="857250"/>
          <a:chExt cx="9144000" cy="600075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3450"/>
            <a:ext cx="9144000" cy="4991100"/>
          </a:xfrm>
          <a:prstGeom prst="rect">
            <a:avLst/>
          </a:prstGeom>
        </p:spPr>
      </p:pic>
      <p:pic>
        <p:nvPicPr>
          <p:cNvPr id="2" name="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3" name=""/>
          <p:cNvSpPr txBox="1"/>
          <p:nvPr/>
        </p:nvSpPr>
        <p:spPr>
          <a:xfrm>
            <a:off x="647700" y="1076325"/>
            <a:ext cx="7848600" cy="8667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28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arpeta prueba difundir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23900" y="2362200"/>
            <a:ext cx="37814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probado: MTRA. ANDREA MA. DEL ROCÍO MERLOS NÁJER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4648200" y="2362200"/>
            <a:ext cx="37814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: Candelario Martínez García 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3800475"/>
          <a:chOff x="542925" y="762000"/>
          <a:chExt cx="8610600" cy="38004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y beneficiari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Línea de acción PbRM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ifundir y promocionar productos artesanales ind?genas.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42925" y="16573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PbRM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42925" y="1819275"/>
            <a:ext cx="8067675" cy="8286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romover, preservar y fortalecer la lengua originaria, la cultura, usos, costumbres y formas de
organización de las comunidades indígenas del municipio de Toluca, generando vínculos efectivos con
los tres niveles de gobierno para impulsar su desarrollo integral, combatir la pobreza, la
marginación y la desigualdad, y así mejorar su calidad de vida. 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42925" y="27813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del event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42925" y="29432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Objetivo Prueba del evento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42925" y="33528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Beneficiarios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42925" y="35147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6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524000"/>
          <a:chOff x="542925" y="762000"/>
          <a:chExt cx="8610600" cy="15240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4981575"/>
          <a:chOff x="542925" y="762000"/>
          <a:chExt cx="8610600" cy="49815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Generales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Fech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026-08-09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42925" y="16573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Horario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42925" y="18192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00:00 - 18:00:00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42925" y="22288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Lugar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42925" y="23907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n Sn Int. Sn CP 50260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42925" y="28098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Vestiment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42925" y="29718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Formal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542925" y="33813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542925" y="35433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oordinador nombre 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542925" y="39624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sponsable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542925" y="41243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ndelario Martínez García 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542925" y="45339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Duración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542925" y="46958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9 h 0 min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5581650"/>
          <a:chOff x="542925" y="762000"/>
          <a:chExt cx="8610600" cy="558165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Ubicación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2571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irección: Sn Sn Int. Sn CP 50260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3716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100" spc="0" u="none">
                <a:solidFill>
                  <a:srgbClr val="555555">
                    <a:alpha val="100.00%"/>
                  </a:srgbClr>
                </a:solidFill>
                <a:latin typeface="Aptos"/>
              </a:rPr>
              <a:t><![CDATA[Mapa: https://maps.app.goo.gl/UptmhF9JfEvRjHm86]]></a:t>
            </a:r>
          </a:p>
        </p:txBody>
      </p:sp>
      <p:pic>
        <p:nvPicPr>
          <p:cNvPr id="4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" y="2619375"/>
            <a:ext cx="3600450" cy="2028825"/>
          </a:xfrm>
          <a:prstGeom prst="rect">
            <a:avLst/>
          </a:prstGeom>
        </p:spPr>
      </p:pic>
      <p:pic>
        <p:nvPicPr>
          <p:cNvPr id="5" name="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5875" y="1695450"/>
            <a:ext cx="3152775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2324100"/>
          <a:chOff x="542925" y="762000"/>
          <a:chExt cx="8610600" cy="23241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rden del dí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14859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Hor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2276475" y="1104900"/>
            <a:ext cx="26574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Actividad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991100" y="1104900"/>
            <a:ext cx="22669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Responsable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15200" y="1104900"/>
            <a:ext cx="11049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uración]]></a:t>
            </a:r>
          </a:p>
        </p:txBody>
      </p:sp>
      <p:sp>
        <p:nvSpPr>
          <p:cNvPr id="6" name=""/>
          <p:cNvSpPr txBox="1"/>
          <p:nvPr/>
        </p:nvSpPr>
        <p:spPr>
          <a:xfrm>
            <a:off x="733425" y="132397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00 - 09:50]]></a:t>
            </a:r>
          </a:p>
        </p:txBody>
      </p:sp>
      <p:sp>
        <p:nvSpPr>
          <p:cNvPr id="7" name=""/>
          <p:cNvSpPr txBox="1"/>
          <p:nvPr/>
        </p:nvSpPr>
        <p:spPr>
          <a:xfrm>
            <a:off x="2276475" y="132397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icio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991100" y="132397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Jesus]]></a:t>
            </a:r>
          </a:p>
        </p:txBody>
      </p:sp>
      <p:sp>
        <p:nvSpPr>
          <p:cNvPr id="9" name=""/>
          <p:cNvSpPr txBox="1"/>
          <p:nvPr/>
        </p:nvSpPr>
        <p:spPr>
          <a:xfrm>
            <a:off x="7315200" y="132397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50 min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733425" y="153352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50 - 12:20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2276475" y="153352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ct 1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991100" y="153352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Jazmin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7315200" y="153352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50 min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733425" y="174307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2:20 - 14:50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2276475" y="174307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ct 2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4991100" y="174307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Oscar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7315200" y="174307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50 min]]></a:t>
            </a:r>
          </a:p>
        </p:txBody>
      </p:sp>
      <p:sp>
        <p:nvSpPr>
          <p:cNvPr id="18" name=""/>
          <p:cNvSpPr txBox="1"/>
          <p:nvPr/>
        </p:nvSpPr>
        <p:spPr>
          <a:xfrm>
            <a:off x="733425" y="195262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4:50 - 17:20]]></a:t>
            </a:r>
          </a:p>
        </p:txBody>
      </p:sp>
      <p:sp>
        <p:nvSpPr>
          <p:cNvPr id="19" name=""/>
          <p:cNvSpPr txBox="1"/>
          <p:nvPr/>
        </p:nvSpPr>
        <p:spPr>
          <a:xfrm>
            <a:off x="2276475" y="195262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ct 3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991100" y="195262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Oscar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7315200" y="195262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50 min]]></a:t>
            </a:r>
          </a:p>
        </p:txBody>
      </p:sp>
      <p:sp>
        <p:nvSpPr>
          <p:cNvPr id="22" name=""/>
          <p:cNvSpPr txBox="1"/>
          <p:nvPr/>
        </p:nvSpPr>
        <p:spPr>
          <a:xfrm>
            <a:off x="733425" y="216217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7:20 - 18:00]]></a:t>
            </a:r>
          </a:p>
        </p:txBody>
      </p:sp>
      <p:sp>
        <p:nvSpPr>
          <p:cNvPr id="23" name=""/>
          <p:cNvSpPr txBox="1"/>
          <p:nvPr/>
        </p:nvSpPr>
        <p:spPr>
          <a:xfrm>
            <a:off x="2276475" y="216217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Fin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4991100" y="216217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ofia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315200" y="216217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40 min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5667375"/>
          <a:chOff x="542925" y="762000"/>
          <a:chExt cx="8610600" cy="56673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Presidium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47700" y="1152525"/>
            <a:ext cx="3600450" cy="38862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Ilustración del acomodo de presidium no
disponible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4391025" y="11715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*. Lcdo. Ricardo Moreno Bastid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391025" y="1428750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residente Municipal
Constitucional de Toluc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657975" y="11715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1. Pers1]]></a:t>
            </a:r>
          </a:p>
        </p:txBody>
      </p:sp>
      <p:sp>
        <p:nvSpPr>
          <p:cNvPr id="6" name=""/>
          <p:cNvSpPr txBox="1"/>
          <p:nvPr/>
        </p:nvSpPr>
        <p:spPr>
          <a:xfrm>
            <a:off x="6657975" y="1428750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oPer1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391025" y="20478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2. Pers2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391025" y="23145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oPer2]]></a:t>
            </a:r>
          </a:p>
        </p:txBody>
      </p:sp>
      <p:sp>
        <p:nvSpPr>
          <p:cNvPr id="9" name=""/>
          <p:cNvSpPr txBox="1"/>
          <p:nvPr/>
        </p:nvSpPr>
        <p:spPr>
          <a:xfrm>
            <a:off x="6657975" y="20478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3. 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6657975" y="23145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4391025" y="5467350"/>
            <a:ext cx="40290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aestra de ceremonias: Maestra Ceremonia Pruebas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905000"/>
          <a:chOff x="542925" y="762000"/>
          <a:chExt cx="8610600" cy="19050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PERSONAS INVITADAS ESPECIALE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°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447800" y="1104900"/>
            <a:ext cx="69246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Persona invitad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33425" y="132397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447800" y="1323975"/>
            <a:ext cx="69246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ersInv1
Cargo PersInv1]]></a:t>
            </a:r>
          </a:p>
        </p:txBody>
      </p:sp>
      <p:sp>
        <p:nvSpPr>
          <p:cNvPr id="6" name=""/>
          <p:cNvSpPr txBox="1"/>
          <p:nvPr/>
        </p:nvSpPr>
        <p:spPr>
          <a:xfrm>
            <a:off x="733425" y="153352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]]></a:t>
            </a:r>
          </a:p>
        </p:txBody>
      </p:sp>
      <p:sp>
        <p:nvSpPr>
          <p:cNvPr id="7" name=""/>
          <p:cNvSpPr txBox="1"/>
          <p:nvPr/>
        </p:nvSpPr>
        <p:spPr>
          <a:xfrm>
            <a:off x="1447800" y="1533525"/>
            <a:ext cx="69246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ersInv2
Cargo PersInv2]]></a:t>
            </a:r>
          </a:p>
        </p:txBody>
      </p:sp>
      <p:sp>
        <p:nvSpPr>
          <p:cNvPr id="8" name=""/>
          <p:cNvSpPr txBox="1"/>
          <p:nvPr/>
        </p:nvSpPr>
        <p:spPr>
          <a:xfrm>
            <a:off x="733425" y="174307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3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447800" y="1743075"/>
            <a:ext cx="69246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ersInv3
Cargo PersInv3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905000"/>
          <a:chOff x="542925" y="762000"/>
          <a:chExt cx="8610600" cy="19050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Módulos de jornad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úm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447800" y="1104900"/>
            <a:ext cx="34671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Institució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981575" y="1104900"/>
            <a:ext cx="340042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Servicio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3425" y="132397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447800" y="1323975"/>
            <a:ext cx="34671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stitucion1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981575" y="1323975"/>
            <a:ext cx="340042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ervicio Institucion1]]></a:t>
            </a:r>
          </a:p>
        </p:txBody>
      </p:sp>
      <p:sp>
        <p:nvSpPr>
          <p:cNvPr id="8" name=""/>
          <p:cNvSpPr txBox="1"/>
          <p:nvPr/>
        </p:nvSpPr>
        <p:spPr>
          <a:xfrm>
            <a:off x="733425" y="153352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447800" y="1533525"/>
            <a:ext cx="34671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stitucion2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4981575" y="1533525"/>
            <a:ext cx="340042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ervicio Institucion2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733425" y="174307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3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1447800" y="1743075"/>
            <a:ext cx="34671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stitucion3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4981575" y="1743075"/>
            <a:ext cx="340042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ervicio Institucion3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790700"/>
          <a:chOff x="542925" y="762000"/>
          <a:chExt cx="8610600" cy="17907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76275" y="11715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elegación Administrativ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3248025" y="11715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Comunicación Social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810250" y="11715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irección General de Administración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76275" y="1400175"/>
            <a:ext cx="2505075" cy="3905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Extensiones eléctricas
   30 Metros
1  Mesas cortas
   0.70 x 0.50 Metros]]></a:t>
            </a:r>
          </a:p>
        </p:txBody>
      </p:sp>
      <p:sp>
        <p:nvSpPr>
          <p:cNvPr id="6" name=""/>
          <p:cNvSpPr txBox="1"/>
          <p:nvPr/>
        </p:nvSpPr>
        <p:spPr>
          <a:xfrm>
            <a:off x="3248025" y="1400175"/>
            <a:ext cx="2505075" cy="3905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Back
   3.05 x 9.76 m Estructura
1  Banner
   80 x 1.80 cm Medida Estandar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810250" y="1400175"/>
            <a:ext cx="2505075" cy="3905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Carpa
   10 x 20 Metros
1  Mampara
   7.62 x 2.59 x 30 Centímetros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5438775"/>
          <a:chOff x="542925" y="762000"/>
          <a:chExt cx="8610600" cy="54387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76275" y="1171575"/>
            <a:ext cx="36099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elegación Administrativ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4352925" y="1171575"/>
            <a:ext cx="36099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Evento y ubicació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676275" y="1400175"/>
            <a:ext cx="3609975" cy="3905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Extensiones eléctricas
   30 Metros
1  Mesas cortas
   0.70 x 0.50 Metros]]></a:t>
            </a:r>
          </a:p>
        </p:txBody>
      </p:sp>
      <p:sp>
        <p:nvSpPr>
          <p:cNvPr id="5" name=""/>
          <p:cNvSpPr txBox="1"/>
          <p:nvPr/>
        </p:nvSpPr>
        <p:spPr>
          <a:xfrm>
            <a:off x="4352925" y="1400175"/>
            <a:ext cx="3609975" cy="3905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Evento: Carpeta prueba difundir
Día: 09 de agosto de 2026
Horario: 09:00:00 - 18:00:00 horas
Ubicación: Sn Sn Int. Sn CP 50260]]></a:t>
            </a:r>
          </a:p>
        </p:txBody>
      </p:sp>
      <p:sp>
        <p:nvSpPr>
          <p:cNvPr id="6" name=""/>
          <p:cNvSpPr txBox="1"/>
          <p:nvPr/>
        </p:nvSpPr>
        <p:spPr>
          <a:xfrm>
            <a:off x="647700" y="451485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 del Event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647700" y="4705350"/>
            <a:ext cx="33813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________________________]]></a:t>
            </a:r>
          </a:p>
        </p:txBody>
      </p:sp>
      <p:sp>
        <p:nvSpPr>
          <p:cNvPr id="8" name=""/>
          <p:cNvSpPr txBox="1"/>
          <p:nvPr/>
        </p:nvSpPr>
        <p:spPr>
          <a:xfrm>
            <a:off x="647700" y="4867275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ndelario Martínez García ]]></a:t>
            </a:r>
          </a:p>
        </p:txBody>
      </p:sp>
      <p:sp>
        <p:nvSpPr>
          <p:cNvPr id="9" name=""/>
          <p:cNvSpPr txBox="1"/>
          <p:nvPr/>
        </p:nvSpPr>
        <p:spPr>
          <a:xfrm>
            <a:off x="647700" y="5067300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Jefe del Departamento de Asuntos Indígenas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647700" y="529590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Vo. Bo.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4676775" y="451485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elegado Administrativo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676775" y="4705350"/>
            <a:ext cx="33813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________________________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4676775" y="4867275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Lcdo. Marco Antonio Guadarrama López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4676775" y="5067300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elegado Administrativo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4676775" y="529590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Vo. Bo. Validado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88">
  <a:themeElements>
    <a:clrScheme name="Theme8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88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88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11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2026-08-09T22:18:56Z</dcterms:created>
  <dcterms:modified xsi:type="dcterms:W3CDTF">2026-08-09T22:18:56Z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