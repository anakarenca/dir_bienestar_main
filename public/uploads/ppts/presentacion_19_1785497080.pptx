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451335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286000"/>
          <a:chOff x="1524000" y="381000"/>
          <a:chExt cx="16764000" cy="22860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6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oordinar la instalación e integración del Consejo Municipal de Población (COMUPO).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571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 de Apoyo Técnic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42875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 de entrega: 2026-07-3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19050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667000"/>
          <a:chOff x="1524000" y="381000"/>
          <a:chExt cx="16764000" cy="26670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ínea de acción PbRM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80975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Objetivo del Evento: Propósito prueb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2860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úmero de beneficiarios: 2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1714500"/>
          <a:chOff x="1524000" y="381000"/>
          <a:chExt cx="16764000" cy="17145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jus p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4000500"/>
          <a:chOff x="1524000" y="381000"/>
          <a:chExt cx="16764000" cy="40005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echa: 2026-10-01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 inicio: 09:00:00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095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Lugar: Plaz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476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Vestimenta: Formal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857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uración: 9 hora(s)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238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Coordinación: abcdef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524000" y="3619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Responsable: Mtro. Omar Ruiz Castillo - Coordinación de Apoyo Técnico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2762250"/>
          <a:chOff x="1524000" y="381000"/>
          <a:chExt cx="16764000" cy="276225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Google Maps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38125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o hay imágenes disponibles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4038600"/>
          <a:chOff x="1524000" y="381000"/>
          <a:chExt cx="16764000" cy="40386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Orden del Día - Programa Protocolari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667000"/>
            <a:ext cx="152400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Hora Inicio          Actividad                                Responsable                    Duración (min)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3048000"/>
            <a:ext cx="1524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09:00                Inicio                                   ID: 2                          200 mi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3390900"/>
            <a:ext cx="1524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2:20                Otro                                     Nancy                          300 mi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3733800"/>
            <a:ext cx="1524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17:20                Fin                                      Oscar2                         40 min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7905750"/>
          <a:chOff x="1524000" y="381000"/>
          <a:chExt cx="16764000" cy="790575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Presí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2667000" y="4286250"/>
            <a:ext cx="1143000" cy="1143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Peter
carg pete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635500" y="4286250"/>
            <a:ext cx="1143000" cy="1143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Sofia
Puesto sofu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604000" y="4286250"/>
            <a:ext cx="1143000" cy="1143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Ann
cargo an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8382000" y="4095750"/>
            <a:ext cx="1524000" cy="1524000"/>
          </a:xfrm>
          <a:prstGeom prst="rect">
            <a:avLst/>
          </a:prstGeom>
          <a:solidFill>
            <a:srgbClr val="80000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14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Presidente
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0541000" y="4286250"/>
            <a:ext cx="1143000" cy="1143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alem
cargo Halem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2509500" y="4286250"/>
            <a:ext cx="1143000" cy="1143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Nancy Espinosa Nute
Cargo Na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4478000" y="4286250"/>
            <a:ext cx="1143000" cy="11430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
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524000" y="752475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695700"/>
          <a:chOff x="1524000" y="381000"/>
          <a:chExt cx="16764000" cy="36957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vitado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667000"/>
            <a:ext cx="152400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Nombre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arg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3048000"/>
            <a:ext cx="1524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3390900"/>
            <a:ext cx="1524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352800"/>
          <a:chOff x="1524000" y="381000"/>
          <a:chExt cx="16764000" cy="33528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4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Módulos Jornada Integral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667000"/>
            <a:ext cx="152400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Institució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Servici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3048000"/>
            <a:ext cx="1524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352800"/>
          <a:chOff x="1524000" y="381000"/>
          <a:chExt cx="16764000" cy="335280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Operativ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238125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Internos: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2667000"/>
            <a:ext cx="152400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Insum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did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Un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3048000"/>
            <a:ext cx="1524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38125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8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xternos: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667000"/>
            <a:ext cx="15240000" cy="304800"/>
          </a:xfrm>
          <a:prstGeom prst="rect">
            <a:avLst/>
          </a:prstGeom>
          <a:solidFill>
            <a:srgbClr val="E0E0E0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8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Cant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Insumo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Medida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Unidad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048000"/>
            <a:ext cx="15240000" cy="3048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1524000" y="381000"/>
          <a:ext cx="16764000" cy="3714750"/>
          <a:chOff x="1524000" y="381000"/>
          <a:chExt cx="16764000" cy="3714750"/>
        </a:xfrm>
      </p:grpSpPr>
      <p:sp>
        <p:nvSpPr>
          <p:cNvPr id="1" name=""/>
          <p:cNvSpPr txBox="1"/>
          <p:nvPr/>
        </p:nvSpPr>
        <p:spPr>
          <a:xfrm>
            <a:off x="1524000" y="381000"/>
            <a:ext cx="15240000" cy="762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4000" spc="0" u="none">
                <a:solidFill>
                  <a:srgbClr val="800000">
                    <a:alpha val="100.00%"/>
                  </a:srgbClr>
                </a:solidFill>
                <a:latin typeface="Calibri"/>
              </a:rPr>
              <a:t><![CDATA[Requerimientos Finales y Firma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524000" y="1333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Evento: Coordinar la instalación e integración del Consejo Municipal de Población (COMUPO)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524000" y="1714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Día: 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524000" y="2095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Horario: 09:00:00 - 18:00:00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524000" y="247650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524000" y="295275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1: Mtro. Omar Ruiz Castillo - Coordinador de Apoyo Técnic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524000" y="3333750"/>
            <a:ext cx="15240000" cy="3810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2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><![CDATA[Firma 2: Lcdo. Marco Antonio Guadarrama López - Delegado Administrativ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5">
  <a:themeElements>
    <a:clrScheme name="Theme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2026-07-31T11:24:40Z</dcterms:created>
  <dcterms:modified xsi:type="dcterms:W3CDTF">2026-07-31T11:24:40Z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