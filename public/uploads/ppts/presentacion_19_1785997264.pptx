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01353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0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666750" y="0"/>
          <a:ext cx="18288000" cy="8096250"/>
          <a:chOff x="666750" y="0"/>
          <a:chExt cx="18288000" cy="809625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
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66750" y="2952750"/>
            <a:ext cx="16954500" cy="5143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Dirección: Coordinación de Apoyo Técnico
Fecha del evento: 2026-10-01
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666750" y="0"/>
          <a:ext cx="18288000" cy="8096250"/>
          <a:chOff x="666750" y="0"/>
          <a:chExt cx="18288000" cy="809625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66750" y="2952750"/>
            <a:ext cx="16954500" cy="5143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
Objetivo del evento: Propósito prueba
Número de beneficiarios: 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666750" y="0"/>
          <a:ext cx="18288000" cy="8096250"/>
          <a:chOff x="666750" y="0"/>
          <a:chExt cx="18288000" cy="809625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66750" y="2952750"/>
            <a:ext cx="16954500" cy="5143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666750" y="0"/>
          <a:ext cx="18288000" cy="8096250"/>
          <a:chOff x="666750" y="0"/>
          <a:chExt cx="18288000" cy="809625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66750" y="2952750"/>
            <a:ext cx="16954500" cy="5143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Fecha: 2026-10-01
Hora: 09:00:00 - 18:00:00
Lugar: Constituyentes Sn Int. Sn CP 50150
Vestimenta: Formal
Coordinación: abcdefg
Maestra de ceremonias: maestra prueba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42950" y="0"/>
          <a:ext cx="18288000" cy="4610100"/>
          <a:chOff x="742950" y="0"/>
          <a:chExt cx="18288000" cy="461010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42950" y="2990850"/>
            <a:ext cx="27051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600450" y="2990850"/>
            <a:ext cx="794385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1696700" y="2990850"/>
            <a:ext cx="584835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42950" y="3486150"/>
            <a:ext cx="2705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09:00 - 12:2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600450" y="3486150"/>
            <a:ext cx="79438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Inic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1696700" y="3486150"/>
            <a:ext cx="58483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742950" y="3886200"/>
            <a:ext cx="2705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12:20 - 17:20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600450" y="3886200"/>
            <a:ext cx="79438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Otr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1696700" y="3886200"/>
            <a:ext cx="58483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Nancy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42950" y="4286250"/>
            <a:ext cx="2705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17:20 - 18:00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600450" y="4286250"/>
            <a:ext cx="79438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F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1696700" y="4286250"/>
            <a:ext cx="58483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Oscar2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42950" y="0"/>
          <a:ext cx="18288000" cy="5810250"/>
          <a:chOff x="742950" y="0"/>
          <a:chExt cx="18288000" cy="581025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42950" y="2990850"/>
            <a:ext cx="70866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br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981950" y="2990850"/>
            <a:ext cx="95631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Carg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42950" y="348615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Peter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981950" y="348615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carg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42950" y="388620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Sofi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981950" y="388620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Puesto sofu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42950" y="428625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981950" y="428625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cargo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42950" y="468630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Halem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981950" y="468630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cargo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742950" y="508635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Nancy Espinosa Nut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981950" y="508635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Cargo Na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42950" y="548640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7981950" y="548640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42950" y="0"/>
          <a:ext cx="18288000" cy="4210050"/>
          <a:chOff x="742950" y="0"/>
          <a:chExt cx="18288000" cy="421005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42950" y="2990850"/>
            <a:ext cx="70866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br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981950" y="2990850"/>
            <a:ext cx="95631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Carg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42950" y="348615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invitado p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981950" y="348615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42950" y="3886200"/>
            <a:ext cx="7086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igual p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981950" y="3886200"/>
            <a:ext cx="9563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Cargo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42950" y="0"/>
          <a:ext cx="18288000" cy="3810000"/>
          <a:chOff x="742950" y="0"/>
          <a:chExt cx="18288000" cy="381000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de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42950" y="2990850"/>
            <a:ext cx="74676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Institució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8362950" y="2990850"/>
            <a:ext cx="91821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ervici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42950" y="3486150"/>
            <a:ext cx="74676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institucion prueb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362950" y="3486150"/>
            <a:ext cx="9182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42950" y="0"/>
          <a:ext cx="18288000" cy="4210050"/>
          <a:chOff x="742950" y="0"/>
          <a:chExt cx="18288000" cy="4210050"/>
        </a:xfrm>
      </p:grpSpPr>
      <p:sp>
        <p:nvSpPr>
          <p:cNvPr id="1" name=""/>
          <p:cNvSpPr txBox="1"/>
          <p:nvPr/>
        </p:nvSpPr>
        <p:spPr>
          <a:xfrm>
            <a:off x="3914775" y="0"/>
            <a:ext cx="14373225" cy="2505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42950" y="2990850"/>
            <a:ext cx="222885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ip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124200" y="2990850"/>
            <a:ext cx="23241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600700" y="2990850"/>
            <a:ext cx="651510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268200" y="2990850"/>
            <a:ext cx="5276850" cy="41910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Actividad / entregable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42950" y="3486150"/>
            <a:ext cx="22288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Intern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124200" y="3486150"/>
            <a:ext cx="2324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600700" y="3486150"/>
            <a:ext cx="6515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12268200" y="3486150"/>
            <a:ext cx="52768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Metro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42950" y="3886200"/>
            <a:ext cx="22288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Extern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3124200" y="3886200"/>
            <a:ext cx="2324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600700" y="3886200"/>
            <a:ext cx="651510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12268200" y="3886200"/>
            <a:ext cx="5276850" cy="323850"/>
          </a:xfrm>
          <a:prstGeom prst="rect">
            <a:avLst/>
          </a:prstGeom>
          <a:solidFill>
            <a:srgbClr val="F8F8F8">
              <a:alpha val="100.00%"/>
            </a:srgbClr>
          </a:solidFill>
          <a:ln w="12700" cap="flat" cmpd="sng" algn="ctr">
            <a:solidFill>
              <a:srgbClr val="B7A3A3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1D1D1D">
                    <a:alpha val="100.00%"/>
                  </a:srgbClr>
                </a:solidFill>
                <a:latin typeface="Calibri"/>
              </a:rPr>
              <a:t><![CDATA[Metros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1">
  <a:themeElements>
    <a:clrScheme name="Theme4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2026-08-06T06:21:04Z</dcterms:created>
  <dcterms:modified xsi:type="dcterms:W3CDTF">2026-08-06T06:21:04Z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