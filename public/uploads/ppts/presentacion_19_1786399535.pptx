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415810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17860877931.jpeg"/>
  <Relationship Id="rId3" Type="http://schemas.openxmlformats.org/officeDocument/2006/relationships/image" Target="../media/fondo_pptx_portada2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675" y="0"/>
            <a:ext cx="2905125" cy="6858000"/>
          </a:xfrm>
          <a:prstGeom prst="rect">
            <a:avLst/>
          </a:prstGeom>
        </p:spPr>
      </p:pic>
      <p:pic>
        <p:nvPicPr>
          <p:cNvPr id="2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"/>
            <a:ext cx="9144000" cy="6829425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r la instalación e integración del Consejo
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990975"/>
          <a:chOff x="542925" y="762000"/>
          <a:chExt cx="8610600" cy="39909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1019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cluye las acciones y procedimientos necesarios para desarrollar y fortalecer las fases para la
planeación, programación, presupuestación, seguimiento  y evaluación programático - presupuestal,
considerando las fases del registro contable presupuestal y el correspondiente proceso de rendición
de cuentas, adicionalmente incluye los procedimientos de planeación y evaluación de los planes de
Desarrollo Municipal, los programas regionales y sectoriales que de él derivan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9622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31242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543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705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 p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581650"/>
          <a:chOff x="542925" y="762000"/>
          <a:chExt cx="8610600" cy="55816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47700" y="1695450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Foto del lugar no disponible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895850" y="1695450"/>
            <a:ext cx="35623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Foto de Google Maps no disponible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12:2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5335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7:2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5335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tr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5335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Nancy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5335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7430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7430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7430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2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7430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Peter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pete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Sofi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uesto sofu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An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an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293370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4. Halem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391025" y="31908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Halem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6657975" y="293370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5. Nancy Espinosa Nute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6657975" y="31908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Na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391025" y="381952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6. 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391025" y="407670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95450"/>
          <a:chOff x="542925" y="762000"/>
          <a:chExt cx="8610600" cy="16954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p
Carg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47800" y="153352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gual p
Cargo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66875"/>
          <a:chOff x="542925" y="762000"/>
          <a:chExt cx="8610600" cy="16668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24802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omunicación Soci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810250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rección General de Administrac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7627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4802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Back
   3.05 x 9.76 m Estructur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Carpa
   10 x 20 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438775"/>
          <a:chOff x="542925" y="762000"/>
          <a:chExt cx="8610600" cy="5438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5292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Evento y ub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76275" y="1400175"/>
            <a:ext cx="3609975" cy="63817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52925" y="1400175"/>
            <a:ext cx="3609975" cy="63817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oordinar la instalación e integración del Consejo
Municipal de Población (COMUPO).
Día: 01 de octubre de 2026
Horario: 09:00:00 - 18:00:00 horas
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47700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47700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47700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 Sistem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47700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47700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76775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 López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676775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676775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 Validad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92">
  <a:themeElements>
    <a:clrScheme name="Theme9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2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2026-08-10T22:05:35Z</dcterms:created>
  <dcterms:modified xsi:type="dcterms:W3CDTF">2026-08-10T22:05:35Z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