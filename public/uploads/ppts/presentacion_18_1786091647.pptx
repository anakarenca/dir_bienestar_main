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10792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0907461.jp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ugar_17860907463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57250"/>
          <a:ext cx="9144000" cy="6000750"/>
          <a:chOff x="0" y="857250"/>
          <a:chExt cx="9144000" cy="600075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6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hgiuhbinkjknmpñl,´{ñplmolñml, hinmkmlñmlñmmlmlñmm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9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7]]></a:t>
            </a:r>
          </a:p>
        </p:txBody>
      </p:sp>
      <p:pic>
        <p:nvPicPr>
          <p:cNvPr id="4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57475"/>
            <a:ext cx="3600450" cy="1952625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4895850" y="1695450"/>
            <a:ext cx="35623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 Google Maps no disponibl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2009775"/>
          <a:chOff x="542925" y="762000"/>
          <a:chExt cx="8610600" cy="2009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3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Tod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Jorge Leonardo Espinoza López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63830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30 - 17:5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63830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63830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63830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847850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5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847850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847850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847850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ANA KAREN CARMONA AVILE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An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an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Nancy Espinosa Nute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Nancy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  Mesas cortas
   0.70 x 0.5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 Digital
   16:9 Medida Estand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Planta de luz
   Unidade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  Mesas cortas
   0.70 x 0.5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51435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
Día: 30 de septiem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persona autorizada registrada.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o registrado.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7">
  <a:themeElements>
    <a:clrScheme name="Theme6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7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2026-08-07T08:34:07Z</dcterms:created>
  <dcterms:modified xsi:type="dcterms:W3CDTF">2026-08-07T08:34:07Z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