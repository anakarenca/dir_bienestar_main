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presProps" Target="presProps.xml"/>
  <Relationship Id="rId17" Type="http://schemas.openxmlformats.org/officeDocument/2006/relationships/viewProps" Target="viewProps.xml"/>
  <Relationship Id="rId1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10016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0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2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647700" y="390525"/>
          <a:ext cx="8496300" cy="6334125"/>
          <a:chOff x="647700" y="390525"/>
          <a:chExt cx="84963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e integración del Consejo
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38275" y="2124075"/>
            <a:ext cx="6267450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echa del evento: 2026-10-0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38275" y="2362200"/>
            <a:ext cx="6267450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38275" y="2628900"/>
            <a:ext cx="6267450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tor: Mtra. Andrea Ma. Del Rocío Merlos Nájera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9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An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4. Halem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Halem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39102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5. Nancy Espinosa Nut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39102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Na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65797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6. 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665797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Invitados especiale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104900"/>
            <a:ext cx="3181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ombre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686300" y="1104900"/>
            <a:ext cx="36861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rg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447800" y="1323975"/>
            <a:ext cx="3181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686300" y="1323975"/>
            <a:ext cx="36861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447800" y="1533525"/>
            <a:ext cx="3181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86300" y="1533525"/>
            <a:ext cx="36861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interno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514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304925" y="1104900"/>
            <a:ext cx="9525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314575" y="1104900"/>
            <a:ext cx="3181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53075" y="1104900"/>
            <a:ext cx="26765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 / entreg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323975"/>
            <a:ext cx="514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304925" y="1323975"/>
            <a:ext cx="9525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314575" y="1323975"/>
            <a:ext cx="3181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553075" y="1323975"/>
            <a:ext cx="26765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externo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514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304925" y="1104900"/>
            <a:ext cx="9525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314575" y="1104900"/>
            <a:ext cx="3181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53075" y="1104900"/>
            <a:ext cx="26765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 / entreg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323975"/>
            <a:ext cx="514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304925" y="1323975"/>
            <a:ext cx="9525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314575" y="1323975"/>
            <a:ext cx="3181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553075" y="1323975"/>
            <a:ext cx="26765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etros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de comun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514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304925" y="1104900"/>
            <a:ext cx="9525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314575" y="1104900"/>
            <a:ext cx="3181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53075" y="1104900"/>
            <a:ext cx="26765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 / entreg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323975"/>
            <a:ext cx="514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304925" y="1323975"/>
            <a:ext cx="9525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314575" y="1323975"/>
            <a:ext cx="3181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553075" y="1323975"/>
            <a:ext cx="26765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structura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irma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1438275"/>
            <a:ext cx="7705725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 del Consejo Municipal de Población
(COMUPO)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866775" y="4467225"/>
            <a:ext cx="2695575" cy="1619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__________]]></a:t>
            </a:r>
          </a:p>
        </p:txBody>
      </p:sp>
      <p:sp>
        <p:nvSpPr>
          <p:cNvPr id="6" name=""/>
          <p:cNvSpPr txBox="1"/>
          <p:nvPr/>
        </p:nvSpPr>
        <p:spPr>
          <a:xfrm>
            <a:off x="866775" y="4657725"/>
            <a:ext cx="26955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81650" y="4467225"/>
            <a:ext cx="2695575" cy="1619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581650" y="4657725"/>
            <a:ext cx="26955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7">
  <a:themeElements>
    <a:clrScheme name="Theme2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7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2026-08-07T06:24:56Z</dcterms:created>
  <dcterms:modified xsi:type="dcterms:W3CDTF">2026-08-07T06:24:56Z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