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215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5856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1525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4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4162425"/>
          <a:chOff x="542925" y="1152525"/>
          <a:chExt cx="8610600" cy="4162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31432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3051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7147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8766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04975"/>
          <a:chOff x="542925" y="1152525"/>
          <a:chExt cx="8610600" cy="1704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162550"/>
          <a:chOff x="542925" y="1152525"/>
          <a:chExt cx="8610600" cy="51625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419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838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2000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4098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5717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990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152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562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724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4143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305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714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876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762625"/>
          <a:chOff x="542925" y="1152525"/>
          <a:chExt cx="8610600" cy="57626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257300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55257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8764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847975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2085975"/>
          <a:chOff x="542925" y="1152525"/>
          <a:chExt cx="8610600" cy="20859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285875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285875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285875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049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5049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5049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5049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7145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7145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7145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7145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9240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9240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9240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9240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667375"/>
          <a:chOff x="542925" y="1152525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25730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27635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53352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1621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4193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876425"/>
          <a:chOff x="542925" y="1152525"/>
          <a:chExt cx="8610600" cy="187642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50495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71450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714500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666875"/>
          <a:chOff x="542925" y="1152525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285875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285875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285875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504950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504950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504950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1771650"/>
          <a:chOff x="542925" y="1152525"/>
          <a:chExt cx="8610600" cy="1771650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2858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504950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1152525"/>
          <a:ext cx="8610600" cy="5438775"/>
          <a:chOff x="542925" y="1152525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1152525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2858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504950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8">
  <a:themeElements>
    <a:clrScheme name="Theme4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2026-08-11T08:11:22Z</dcterms:created>
  <dcterms:modified xsi:type="dcterms:W3CDTF">2026-08-11T08:11:22Z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