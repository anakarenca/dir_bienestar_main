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415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pptx_portada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73932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2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667000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">
  <a:themeElements>
    <a:clrScheme name="Theme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2026-08-11T08:44:41Z</dcterms:created>
  <dcterms:modified xsi:type="dcterms:W3CDTF">2026-08-11T08:44:41Z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