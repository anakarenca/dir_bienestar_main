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342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286000"/>
          <a:chOff x="1524000" y="381000"/>
          <a:chExt cx="16764000" cy="2286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428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19050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67000"/>
          <a:chOff x="1524000" y="381000"/>
          <a:chExt cx="16764000" cy="2667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714500"/>
          <a:chOff x="1524000" y="381000"/>
          <a:chExt cx="16764000" cy="1714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4000500"/>
          <a:chOff x="1524000" y="381000"/>
          <a:chExt cx="16764000" cy="4000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62250"/>
          <a:chOff x="1524000" y="381000"/>
          <a:chExt cx="16764000" cy="27622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4038600"/>
          <a:chOff x="1524000" y="381000"/>
          <a:chExt cx="16764000" cy="4038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         Actividad                                Responsable                   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        Inicio                                   ID: 2                         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3909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        Otro                                     Nancy                         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7338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        Fin                                      Oscar2                        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7905750"/>
          <a:chOff x="1524000" y="381000"/>
          <a:chExt cx="16764000" cy="79057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19125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510277" y="5000625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81875" y="5523584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382000" y="4095750"/>
            <a:ext cx="1524000" cy="152400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763125" y="5523584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0634723" y="5000625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95375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7524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95700"/>
          <a:chOff x="1524000" y="381000"/>
          <a:chExt cx="16764000" cy="36957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3909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ó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714750"/>
          <a:chOff x="1524000" y="381000"/>
          <a:chExt cx="16764000" cy="37147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7">
  <a:themeElements>
    <a:clrScheme name="Theme7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2026-07-31T11:25:49Z</dcterms:created>
  <dcterms:modified xsi:type="dcterms:W3CDTF">2026-07-31T11:25:49Z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