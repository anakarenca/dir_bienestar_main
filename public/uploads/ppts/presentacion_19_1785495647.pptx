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192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2286000"/>
          <a:chOff x="571500" y="381000"/>
          <a:chExt cx="17716500" cy="2286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428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19050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2667000"/>
          <a:chOff x="571500" y="381000"/>
          <a:chExt cx="17716500" cy="26670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809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2860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1714500"/>
          <a:chOff x="571500" y="381000"/>
          <a:chExt cx="17716500" cy="1714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4000500"/>
          <a:chOff x="571500" y="381000"/>
          <a:chExt cx="17716500" cy="4000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714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476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857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238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3619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2095500"/>
          <a:chOff x="571500" y="381000"/>
          <a:chExt cx="17716500" cy="20955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714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848100"/>
          <a:chOff x="571500" y="381000"/>
          <a:chExt cx="17716500" cy="38481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476500"/>
            <a:ext cx="142875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         Actividad                           Responsable              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857500"/>
            <a:ext cx="142875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        Inicio                              ID: 2                    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200400"/>
            <a:ext cx="142875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        Otro                                Nancy                    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543300"/>
            <a:ext cx="142875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        Fin                                 Oscar2                   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5581650"/>
          <a:chOff x="571500" y="381000"/>
          <a:chExt cx="17716500" cy="55816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3429000" y="2476500"/>
            <a:ext cx="9525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Carg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429000" y="28575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                          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3429000" y="32004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                          Puesto sofu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29000" y="35433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                            cargo an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29000" y="38862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                          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429000" y="42291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            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429000" y="4572000"/>
            <a:ext cx="9525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71500" y="52006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505200"/>
          <a:chOff x="571500" y="381000"/>
          <a:chExt cx="17716500" cy="35052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476500" y="32004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162300"/>
          <a:chOff x="571500" y="381000"/>
          <a:chExt cx="17716500" cy="31623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ó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162300"/>
          <a:chOff x="571500" y="381000"/>
          <a:chExt cx="17716500" cy="316230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2190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190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476500" y="2476500"/>
            <a:ext cx="1143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476500" y="2857500"/>
            <a:ext cx="1143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71500" y="381000"/>
          <a:ext cx="17716500" cy="3714750"/>
          <a:chOff x="571500" y="381000"/>
          <a:chExt cx="17716500" cy="3714750"/>
        </a:xfrm>
      </p:grpSpPr>
      <p:sp>
        <p:nvSpPr>
          <p:cNvPr id="1" name=""/>
          <p:cNvSpPr txBox="1"/>
          <p:nvPr/>
        </p:nvSpPr>
        <p:spPr>
          <a:xfrm>
            <a:off x="571500" y="381000"/>
            <a:ext cx="17145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71500" y="1333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71500" y="1714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71500" y="2095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71500" y="247650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2952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333750"/>
            <a:ext cx="17145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8">
  <a:themeElements>
    <a:clrScheme name="Theme7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2026-07-31T11:00:46Z</dcterms:created>
  <dcterms:modified xsi:type="dcterms:W3CDTF">2026-07-31T11:00:46Z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