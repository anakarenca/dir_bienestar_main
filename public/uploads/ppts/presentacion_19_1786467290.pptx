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8356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437343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75"/>
            <a:ext cx="9144000" cy="603885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Theme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2026-08-11T16:54:50Z</dcterms:created>
  <dcterms:modified xsi:type="dcterms:W3CDTF">2026-08-11T16:54:50Z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