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presProps" Target="presProps.xml"/>
  <Relationship Id="rId16" Type="http://schemas.openxmlformats.org/officeDocument/2006/relationships/viewProps" Target="viewProps.xml"/>
  <Relationship Id="rId1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4537585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6334125"/>
          <a:chOff x="1524000" y="381000"/>
          <a:chExt cx="16764000" cy="633412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TOLUC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952500"/>
            <a:ext cx="15240000" cy="4762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APITAL DE OPORTUNIDADES Y PROGRES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905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2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ción de Apoyo Técnic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286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IRECCIÓN DE CONVIVENCIA SOC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571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CLUSIÓN Y NO DISCRIMIN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3048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2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r la instalación e integración del Consejo Municipal de Población (COMUPO).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429000" y="4000500"/>
            <a:ext cx="11430000" cy="3810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APROBADO | RESPONSABL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429000" y="4400550"/>
            <a:ext cx="1143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MTRA. ANDREA MA. DEL ROCÍO MERLOS NÁJERA | Mtro. Omar Ruiz Castillo - Coordinador de Apoyo Técnico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524000" y="4953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 de entrega: 2026-07-31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524000" y="5238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Realizó: Mtro. Omar Ruiz Castillo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524000" y="5524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: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1524000" y="6000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 del evento: 2026-07-31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2619375"/>
          <a:chOff x="1524000" y="381000"/>
          <a:chExt cx="16764000" cy="26193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Línea de acción PbRM: Coordinar la instalación e integración del Consejo Municipal de Población 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809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Objetivo del Evento: Incluye las acciones y procedimientos necesarios para desarrollar y fortalecer las fases para la planeación, programación, presupuestación, seguimiento  y evaluación programático - presupuestal, considerando las fases del registro contable presupuestal y el correspondiente proceso de rendición de cuentas, adicionalmente incluye los procedimientos de planeación y evaluación de los planes de Desarrollo Municipal, los programas regionales y sectoriales que de él derivan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286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úmero de beneficiarios: 2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1666875"/>
          <a:chOff x="1524000" y="381000"/>
          <a:chExt cx="16764000" cy="16668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952875"/>
          <a:chOff x="1524000" y="381000"/>
          <a:chExt cx="16764000" cy="39528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: 2026-07-31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714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ora inicio: 09:00:00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095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Lugar: Camino vecin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476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Vestimenta: 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2857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uración: 9 h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524000" y="3238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ción: 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524000" y="3619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Responsable: Mtro. Omar Ruiz Castillo - Coordinación de Apoyo Técnico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2714625"/>
          <a:chOff x="1524000" y="381000"/>
          <a:chExt cx="16764000" cy="271462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irección: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714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Google Maps: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3812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o hay imágenes disponibles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190875"/>
          <a:chOff x="1524000" y="381000"/>
          <a:chExt cx="16764000" cy="31908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857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o hay actividades registradas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190875"/>
          <a:chOff x="1524000" y="381000"/>
          <a:chExt cx="16764000" cy="31908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Presí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857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o hay miembros de presídium.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952500"/>
          <a:chOff x="1524000" y="381000"/>
          <a:chExt cx="16764000" cy="9525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Invitados Especiales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952500"/>
          <a:chOff x="1524000" y="381000"/>
          <a:chExt cx="16764000" cy="9525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Módulos Jornada Integral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1666875"/>
          <a:chOff x="1524000" y="381000"/>
          <a:chExt cx="16764000" cy="16668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Operativ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o hay requerimientos registrados.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667125"/>
          <a:chOff x="1524000" y="381000"/>
          <a:chExt cx="16764000" cy="366712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Finales y Firma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Evento: Coordinar la instalación e integración del Consejo Municipal de Población 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714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ía: 2026-07-3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095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orario: 09:00:00 - 18:00:00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476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Ubicación: 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2952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 1: Mtro. Omar Ruiz Castillo - Coordinador de Apoyo Técnic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524000" y="3333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 2: Lcdo. Marco Antonio Guadarrama López - Delegado Administrativ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63">
  <a:themeElements>
    <a:clrScheme name="Theme6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6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63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2026-07-31T18:08:31Z</dcterms:created>
  <dcterms:modified xsi:type="dcterms:W3CDTF">2026-07-31T18:08:31Z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