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3122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6334125"/>
          <a:chOff x="1524000" y="381000"/>
          <a:chExt cx="16764000" cy="6334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TOLUC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952500"/>
            <a:ext cx="15240000" cy="4762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APITAL DE OPORTUNIDADES Y PROGRES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905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 DE CONVIVENCIA SOC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571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CLUSIÓN Y NO DISCRIMIN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3048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2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r la instalación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000500"/>
            <a:ext cx="11430000" cy="381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APROBADO | RESPONS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400550"/>
            <a:ext cx="1143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tra. Andrea Ma. Del Rocío Merlos Nájera | 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4953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524000" y="5238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alizó: 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524000" y="552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: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600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l evento: 2026-09-30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19375"/>
          <a:chOff x="1524000" y="381000"/>
          <a:chExt cx="16764000" cy="26193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6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666875"/>
          <a:chOff x="1524000" y="381000"/>
          <a:chExt cx="16764000" cy="1666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giuhbinkjknmpñl,´{ñplmolñml,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952875"/>
          <a:chOff x="1524000" y="381000"/>
          <a:chExt cx="16764000" cy="395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09-3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14625"/>
          <a:chOff x="1524000" y="381000"/>
          <a:chExt cx="16764000" cy="27146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7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        Actividad                                          Responsable                                        Duración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Todo                                               ID: 15                                             32 min            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714375" y="381000"/>
          <a:ext cx="16764000" cy="7762875"/>
          <a:chOff x="714375" y="381000"/>
          <a:chExt cx="16764000" cy="776287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143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A KAREN CARMONA AVILES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190750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 persona 4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476625" y="4238625"/>
            <a:ext cx="1238250" cy="123825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Puesto sofua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19875" y="4429125"/>
            <a:ext cx="857250" cy="85725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9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7" name=""/>
          <p:cNvSpPr txBox="1"/>
          <p:nvPr/>
        </p:nvSpPr>
        <p:spPr>
          <a:xfrm>
            <a:off x="8572500" y="2476500"/>
            <a:ext cx="5715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os.       Nombre              ]]></a:t>
            </a:r>
          </a:p>
        </p:txBody>
      </p:sp>
      <p:sp>
        <p:nvSpPr>
          <p:cNvPr id="8" name=""/>
          <p:cNvSpPr txBox="1"/>
          <p:nvPr/>
        </p:nvSpPr>
        <p:spPr>
          <a:xfrm>
            <a:off x="8572500" y="27813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*          ANA KAREN CARMONA AVIL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572500" y="30861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          Ann                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8572500" y="33909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2          Nancy Espinosa Nute 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8572500" y="3695700"/>
            <a:ext cx="5715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3                             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524000" y="7429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vitado p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o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stitucion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prueb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048000"/>
          <a:chOff x="1524000" y="381000"/>
          <a:chExt cx="16764000" cy="3048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2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0.70 x 0.5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tro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190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476500"/>
            <a:ext cx="15240000" cy="2667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Nombre_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2781300"/>
            <a:ext cx="15240000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5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e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67125"/>
          <a:chOff x="1524000" y="381000"/>
          <a:chExt cx="16764000" cy="3667125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3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09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Them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2026-07-31T16:22:33Z</dcterms:created>
  <dcterms:modified xsi:type="dcterms:W3CDTF">2026-07-31T16:22:33Z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