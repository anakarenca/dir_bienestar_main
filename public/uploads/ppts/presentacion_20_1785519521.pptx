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3579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6334125"/>
          <a:chOff x="1524000" y="381000"/>
          <a:chExt cx="16764000" cy="6334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TOLUC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952500"/>
            <a:ext cx="1524000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APITAL DE OPORTUNIDADES Y PROGRES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905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 DE CONVIVENCIA SOC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571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CLUSIÓN Y NO DISCRIMIN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3048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429000" y="4000500"/>
            <a:ext cx="11430000" cy="381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APROBADO | RESPONS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429000" y="4400550"/>
            <a:ext cx="1143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TRA. ANDREA MA. DEL ROCÍO MERLOS NÁJERA | Mtro. Omar Ruiz Castillo - Coordinador de Apoyo Técnic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524000" y="4953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524000" y="5238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alizó: Mtro. Omar Ruiz Castillo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524000" y="552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: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524000" y="600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l evento: 2026-07-31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619375"/>
          <a:chOff x="1524000" y="381000"/>
          <a:chExt cx="16764000" cy="26193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809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Incluye las acciones y procedimientos necesarios para desarrollar y fortalecer las fases para la planeación, programación, presupuestación, seguimiento  y evaluación programático - presupuestal, considerando las fases del registro contable presupuestal y el correspondiente proceso de rendición de cuentas, adicionalmente incluye los procedimientos de planeación y evaluación de los planes de Desarrollo Municipal, los programas regionales y sectoriales que de él derivan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1666875"/>
          <a:chOff x="1524000" y="381000"/>
          <a:chExt cx="16764000" cy="1666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952875"/>
          <a:chOff x="1524000" y="381000"/>
          <a:chExt cx="16764000" cy="395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07-3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Camino vecin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857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238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524000" y="361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714625"/>
          <a:chOff x="1524000" y="381000"/>
          <a:chExt cx="16764000" cy="27146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3812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imágenes disponible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190875"/>
          <a:chOff x="1524000" y="381000"/>
          <a:chExt cx="16764000" cy="3190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857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actividades registradas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190875"/>
          <a:chOff x="1524000" y="381000"/>
          <a:chExt cx="16764000" cy="3190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857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miembros de presídium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952500"/>
          <a:chOff x="1524000" y="381000"/>
          <a:chExt cx="16764000" cy="9525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952500"/>
          <a:chOff x="1524000" y="381000"/>
          <a:chExt cx="16764000" cy="9525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1666875"/>
          <a:chOff x="1524000" y="381000"/>
          <a:chExt cx="16764000" cy="1666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requerimientos registrados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67125"/>
          <a:chOff x="1524000" y="381000"/>
          <a:chExt cx="16764000" cy="3667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07-3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952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333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2">
  <a:themeElements>
    <a:clrScheme name="Theme6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2026-07-31T17:38:41Z</dcterms:created>
  <dcterms:modified xsi:type="dcterms:W3CDTF">2026-07-31T17:38:41Z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