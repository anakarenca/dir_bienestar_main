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453411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4361641.jp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maps_17864358563.jpg"/>
  <Relationship Id="rId3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19050"/>
          <a:ext cx="9144000" cy="6848475"/>
          <a:chOff x="0" y="19050"/>
          <a:chExt cx="9144000" cy="6848475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"/>
            <a:ext cx="9144000" cy="6829425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ltima prueb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990975"/>
          <a:chOff x="542925" y="762000"/>
          <a:chExt cx="8610600" cy="39909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1019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cluye las acciones y procedimientos necesarios para desarrollar y fortalecer las fases para la
planeación, programación, presupuestación, seguimiento  y evaluación programático - presupuestal,
considerando las fases del registro contable presupuestal y el correspondiente proceso de rendición
de cuentas, adicionalmente incluye los procedimientos de planeación y evaluación de los planes de
Desarrollo Municipal, los programas regionales y sectoriales que de él deriva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9622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31242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543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705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1695450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l lugar no disponible.]]></a:t>
            </a:r>
          </a:p>
        </p:txBody>
      </p:sp>
      <p:pic>
        <p:nvPicPr>
          <p:cNvPr id="5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2667000"/>
            <a:ext cx="3562350" cy="1933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12:2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7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Nancy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2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ter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Sofi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95450"/>
          <a:chOff x="542925" y="762000"/>
          <a:chExt cx="8610600" cy="16954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5335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gual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66875"/>
          <a:chOff x="542925" y="762000"/>
          <a:chExt cx="8610600" cy="16668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Ultima prueba
Día: 01 de octubre de 2026
Horario: 09:00:00 - 18:00:00 horas
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20">
  <a:themeElements>
    <a:clrScheme name="Theme2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0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2026-08-11T08:32:18Z</dcterms:created>
  <dcterms:modified xsi:type="dcterms:W3CDTF">2026-08-11T08:32:18Z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