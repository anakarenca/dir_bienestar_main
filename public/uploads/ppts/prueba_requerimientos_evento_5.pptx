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767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647700" y="1076325"/>
          <a:ext cx="8496300" cy="2600325"/>
          <a:chOff x="647700" y="1076325"/>
          <a:chExt cx="8496300" cy="2600325"/>
        </a:xfrm>
      </p:grpSpPr>
      <p:sp>
        <p:nvSpPr>
          <p:cNvPr id="1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a 18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
Municipal de Población (COMUPO).
Día: 01 de octubre de 2026
Horario: 09:00 a 18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persona autorizada registrada.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o registrado.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6">
  <a:themeElements>
    <a:clrScheme name="Theme9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6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2026-08-07T08:30:00Z</dcterms:created>
  <dcterms:modified xsi:type="dcterms:W3CDTF">2026-08-07T08:30:00Z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