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Default Extension="gif" ContentType="image/gif"/>
  <Default Extension="jpg" ContentType="image/jpeg"/>
  <Default Extension="jpeg" ContentType="image/jpeg"/>
  <Default Extension="png" ContentType="image/png"/>
  <Default Extension="xlsx" ContentType="application/vnd.openxmlformats-officedocument.spreadsheetml.sheet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  <Relationship Id="rId4" Type="http://schemas.openxmlformats.org/officeDocument/2006/relationships/custom-properties" Target="docProps/custom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</p:sldIdLst>
  <p:sldSz cx="9144000" cy="6858000" type="screen4x3"/>
  <p:notesSz cx="6858000" cy="9144000"/>
  <p:defaultTextStyle>
    <a:defPPr>
      <a:defRPr lang="fr-FR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 lastView="sldView">
  <p:slideViewPr>
    <p:cSldViewPr>
      <p:cViewPr>
        <p:scale>
          <a:sx d="100" n="100"/>
          <a:sy d="100" n="100"/>
        </p:scale>
        <p:origin x="0" y="0"/>
      </p:cViewPr>
    </p:cSldViewPr>
  </p:slideViewPr>
</p:viewPr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theme" Target="theme/theme1.xml"/>
  <Relationship Id="rId3" Type="http://schemas.openxmlformats.org/officeDocument/2006/relationships/slide" Target="slides/slide1.xml"/>
  <Relationship Id="rId4" Type="http://schemas.openxmlformats.org/officeDocument/2006/relationships/slide" Target="slides/slide2.xml"/>
  <Relationship Id="rId5" Type="http://schemas.openxmlformats.org/officeDocument/2006/relationships/slide" Target="slides/slide3.xml"/>
  <Relationship Id="rId6" Type="http://schemas.openxmlformats.org/officeDocument/2006/relationships/slide" Target="slides/slide4.xml"/>
  <Relationship Id="rId7" Type="http://schemas.openxmlformats.org/officeDocument/2006/relationships/slide" Target="slides/slide5.xml"/>
  <Relationship Id="rId8" Type="http://schemas.openxmlformats.org/officeDocument/2006/relationships/slide" Target="slides/slide6.xml"/>
  <Relationship Id="rId9" Type="http://schemas.openxmlformats.org/officeDocument/2006/relationships/slide" Target="slides/slide7.xml"/>
  <Relationship Id="rId10" Type="http://schemas.openxmlformats.org/officeDocument/2006/relationships/slide" Target="slides/slide8.xml"/>
  <Relationship Id="rId11" Type="http://schemas.openxmlformats.org/officeDocument/2006/relationships/slide" Target="slides/slide9.xml"/>
  <Relationship Id="rId12" Type="http://schemas.openxmlformats.org/officeDocument/2006/relationships/slide" Target="slides/slide10.xml"/>
  <Relationship Id="rId13" Type="http://schemas.openxmlformats.org/officeDocument/2006/relationships/slide" Target="slides/slide11.xml"/>
  <Relationship Id="rId14" Type="http://schemas.openxmlformats.org/officeDocument/2006/relationships/slide" Target="slides/slide12.xml"/>
  <Relationship Id="rId15" Type="http://schemas.openxmlformats.org/officeDocument/2006/relationships/slide" Target="slides/slide13.xml"/>
  <Relationship Id="rId16" Type="http://schemas.openxmlformats.org/officeDocument/2006/relationships/slide" Target="slides/slide14.xml"/>
  <Relationship Id="rId17" Type="http://schemas.openxmlformats.org/officeDocument/2006/relationships/presProps" Target="presProps.xml"/>
  <Relationship Id="rId18" Type="http://schemas.openxmlformats.org/officeDocument/2006/relationships/viewProps" Target="viewProps.xml"/>
  <Relationship Id="rId19" Type="http://schemas.openxmlformats.org/officeDocument/2006/relationships/tableStyles" Target="tableStyles.xml"/>
</Relationships>
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475105454" r:id="rId1"/>
  </p:sldLayoutIdLst>
  <p:txStyles>
    <p:titleStyle>
      <a:lvl1pPr algn="ctr">
        <a:defRPr sz="4400" kern="1200">
          <a:solidFill>
            <a:schemeClr val="lt1"/>
          </a:solidFill>
        </a:defRPr>
      </a:lvl1pPr>
      <a:extLst/>
    </p:titleStyle>
    <p:bodyStyle>
      <a:lvl1pPr algn="ctr" indent="-324900">
        <a:defRPr sz="3200" kern="1200">
          <a:solidFill>
            <a:schemeClr val="tx1"/>
          </a:solidFill>
        </a:defRPr>
      </a:lvl1pPr>
      <a:extLst/>
    </p:bodyStyle>
    <p:otherStyle>
      <a:defPPr algn="ctr">
        <a:defRPr kern="1200">
          <a:solidFill>
            <a:schemeClr val="tx1"/>
          </a:solidFill>
        </a:defRPr>
      </a:defPPr>
      <a:extLst/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fondo_pptx_portada1.png"/>
</Relationships>
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1.png"/>
</Relationships>
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2.png"/>
</Relationships>
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3.png"/>
</Relationships>
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4.png"/>
</Relationships>
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5.png"/>
</Relationships>
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6.png"/>
</Relationships>
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7.png"/>
</Relationships>
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8.png"/>
</Relationships>
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9.png"/>
</Relationships>
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10.png"/>
</Relationships>

</file>

<file path=ppt/slides/_rels/slide1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11.png"/>
</Relationships>

</file>

<file path=ppt/slides/_rels/slide1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12.png"/>
</Relationships>

</file>

<file path=ppt/slides/_rels/slide1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13.png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857250"/>
          <a:ext cx="9144000" cy="6000750"/>
          <a:chOff x="0" y="857250"/>
          <a:chExt cx="9144000" cy="6000750"/>
        </a:xfrm>
      </p:grpSpPr>
      <p:pic>
        <p:nvPicPr>
          <p:cNvPr id="1" name="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  <p:sp>
        <p:nvSpPr>
          <p:cNvPr id="2" name=""/>
          <p:cNvSpPr txBox="1"/>
          <p:nvPr/>
        </p:nvSpPr>
        <p:spPr>
          <a:xfrm>
            <a:off x="647700" y="1076325"/>
            <a:ext cx="7848600" cy="8667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28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Coordinar la instalación ]]></a:t>
            </a:r>
          </a:p>
        </p:txBody>
      </p:sp>
      <p:sp>
        <p:nvSpPr>
          <p:cNvPr id="3" name=""/>
          <p:cNvSpPr txBox="1"/>
          <p:nvPr/>
        </p:nvSpPr>
        <p:spPr>
          <a:xfrm>
            <a:off x="723900" y="2362200"/>
            <a:ext cx="3781425" cy="2381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3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Aprobado: Mtra. Andrea Ma. Del Rocío Merlos Nájera]]></a:t>
            </a:r>
          </a:p>
        </p:txBody>
      </p:sp>
      <p:sp>
        <p:nvSpPr>
          <p:cNvPr id="4" name=""/>
          <p:cNvSpPr txBox="1"/>
          <p:nvPr/>
        </p:nvSpPr>
        <p:spPr>
          <a:xfrm>
            <a:off x="4648200" y="2362200"/>
            <a:ext cx="3781425" cy="2381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3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Responsable: Mtro. Omar Ruiz Castillo]]>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762000"/>
          <a:ext cx="8610600" cy="3257550"/>
          <a:chOff x="542925" y="762000"/>
          <a:chExt cx="8610600" cy="3257550"/>
        </a:xfrm>
      </p:grpSpPr>
      <p:sp>
        <p:nvSpPr>
          <p:cNvPr id="1" name=""/>
          <p:cNvSpPr txBox="1"/>
          <p:nvPr/>
        </p:nvSpPr>
        <p:spPr>
          <a:xfrm>
            <a:off x="542925" y="762000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Objetivo y beneficiarios]]></a:t>
            </a:r>
          </a:p>
        </p:txBody>
      </p:sp>
      <p:sp>
        <p:nvSpPr>
          <p:cNvPr id="2" name=""/>
          <p:cNvSpPr txBox="1"/>
          <p:nvPr/>
        </p:nvSpPr>
        <p:spPr>
          <a:xfrm>
            <a:off x="542925" y="1076325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Línea de acción PbRM]]></a:t>
            </a:r>
          </a:p>
        </p:txBody>
      </p:sp>
      <p:sp>
        <p:nvSpPr>
          <p:cNvPr id="3" name=""/>
          <p:cNvSpPr txBox="1"/>
          <p:nvPr/>
        </p:nvSpPr>
        <p:spPr>
          <a:xfrm>
            <a:off x="542925" y="1238250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5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Coordinar la instalación e integración del Consejo Municipal de Población (COMUPO).]]></a:t>
            </a:r>
          </a:p>
        </p:txBody>
      </p:sp>
      <p:sp>
        <p:nvSpPr>
          <p:cNvPr id="4" name=""/>
          <p:cNvSpPr txBox="1"/>
          <p:nvPr/>
        </p:nvSpPr>
        <p:spPr>
          <a:xfrm>
            <a:off x="542925" y="1657350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Objetivo PbRM]]></a:t>
            </a:r>
          </a:p>
        </p:txBody>
      </p:sp>
      <p:sp>
        <p:nvSpPr>
          <p:cNvPr id="5" name=""/>
          <p:cNvSpPr txBox="1"/>
          <p:nvPr/>
        </p:nvSpPr>
        <p:spPr>
          <a:xfrm>
            <a:off x="542925" y="1819275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5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Sin información registrada.]]></a:t>
            </a:r>
          </a:p>
        </p:txBody>
      </p:sp>
      <p:sp>
        <p:nvSpPr>
          <p:cNvPr id="6" name=""/>
          <p:cNvSpPr txBox="1"/>
          <p:nvPr/>
        </p:nvSpPr>
        <p:spPr>
          <a:xfrm>
            <a:off x="542925" y="2228850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Objetivo del evento]]></a:t>
            </a:r>
          </a:p>
        </p:txBody>
      </p:sp>
      <p:sp>
        <p:nvSpPr>
          <p:cNvPr id="7" name=""/>
          <p:cNvSpPr txBox="1"/>
          <p:nvPr/>
        </p:nvSpPr>
        <p:spPr>
          <a:xfrm>
            <a:off x="542925" y="2390775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5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Propósito prueba6]]></a:t>
            </a:r>
          </a:p>
        </p:txBody>
      </p:sp>
      <p:sp>
        <p:nvSpPr>
          <p:cNvPr id="8" name=""/>
          <p:cNvSpPr txBox="1"/>
          <p:nvPr/>
        </p:nvSpPr>
        <p:spPr>
          <a:xfrm>
            <a:off x="542925" y="2809875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Beneficiarios]]></a:t>
            </a:r>
          </a:p>
        </p:txBody>
      </p:sp>
      <p:sp>
        <p:nvSpPr>
          <p:cNvPr id="9" name=""/>
          <p:cNvSpPr txBox="1"/>
          <p:nvPr/>
        </p:nvSpPr>
        <p:spPr>
          <a:xfrm>
            <a:off x="542925" y="2971800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5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2]]>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762000"/>
          <a:ext cx="8610600" cy="1524000"/>
          <a:chOff x="542925" y="762000"/>
          <a:chExt cx="8610600" cy="1524000"/>
        </a:xfrm>
      </p:grpSpPr>
      <p:sp>
        <p:nvSpPr>
          <p:cNvPr id="1" name=""/>
          <p:cNvSpPr txBox="1"/>
          <p:nvPr/>
        </p:nvSpPr>
        <p:spPr>
          <a:xfrm>
            <a:off x="542925" y="762000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Justificación e impacto]]></a:t>
            </a:r>
          </a:p>
        </p:txBody>
      </p:sp>
      <p:sp>
        <p:nvSpPr>
          <p:cNvPr id="2" name=""/>
          <p:cNvSpPr txBox="1"/>
          <p:nvPr/>
        </p:nvSpPr>
        <p:spPr>
          <a:xfrm>
            <a:off x="542925" y="1076325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Justificación e impacto]]></a:t>
            </a:r>
          </a:p>
        </p:txBody>
      </p:sp>
      <p:sp>
        <p:nvSpPr>
          <p:cNvPr id="3" name=""/>
          <p:cNvSpPr txBox="1"/>
          <p:nvPr/>
        </p:nvSpPr>
        <p:spPr>
          <a:xfrm>
            <a:off x="542925" y="1238250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6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hgiuhbinkjknmpñl,´{ñplmolñml, hinmkmlñmlñmmlmlñmm]]>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762000"/>
          <a:ext cx="8610600" cy="4981575"/>
          <a:chOff x="542925" y="762000"/>
          <a:chExt cx="8610600" cy="4981575"/>
        </a:xfrm>
      </p:grpSpPr>
      <p:sp>
        <p:nvSpPr>
          <p:cNvPr id="1" name=""/>
          <p:cNvSpPr txBox="1"/>
          <p:nvPr/>
        </p:nvSpPr>
        <p:spPr>
          <a:xfrm>
            <a:off x="542925" y="762000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Generales del evento]]></a:t>
            </a:r>
          </a:p>
        </p:txBody>
      </p:sp>
      <p:sp>
        <p:nvSpPr>
          <p:cNvPr id="2" name=""/>
          <p:cNvSpPr txBox="1"/>
          <p:nvPr/>
        </p:nvSpPr>
        <p:spPr>
          <a:xfrm>
            <a:off x="542925" y="1076325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Fecha]]></a:t>
            </a:r>
          </a:p>
        </p:txBody>
      </p:sp>
      <p:sp>
        <p:nvSpPr>
          <p:cNvPr id="3" name=""/>
          <p:cNvSpPr txBox="1"/>
          <p:nvPr/>
        </p:nvSpPr>
        <p:spPr>
          <a:xfrm>
            <a:off x="542925" y="1238250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2026-09-30]]></a:t>
            </a:r>
          </a:p>
        </p:txBody>
      </p:sp>
      <p:sp>
        <p:nvSpPr>
          <p:cNvPr id="4" name=""/>
          <p:cNvSpPr txBox="1"/>
          <p:nvPr/>
        </p:nvSpPr>
        <p:spPr>
          <a:xfrm>
            <a:off x="542925" y="1657350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Horario]]></a:t>
            </a:r>
          </a:p>
        </p:txBody>
      </p:sp>
      <p:sp>
        <p:nvSpPr>
          <p:cNvPr id="5" name=""/>
          <p:cNvSpPr txBox="1"/>
          <p:nvPr/>
        </p:nvSpPr>
        <p:spPr>
          <a:xfrm>
            <a:off x="542925" y="1819275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09:00:00 - 18:00:00]]></a:t>
            </a:r>
          </a:p>
        </p:txBody>
      </p:sp>
      <p:sp>
        <p:nvSpPr>
          <p:cNvPr id="6" name=""/>
          <p:cNvSpPr txBox="1"/>
          <p:nvPr/>
        </p:nvSpPr>
        <p:spPr>
          <a:xfrm>
            <a:off x="542925" y="2228850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Lugar]]></a:t>
            </a:r>
          </a:p>
        </p:txBody>
      </p:sp>
      <p:sp>
        <p:nvSpPr>
          <p:cNvPr id="7" name=""/>
          <p:cNvSpPr txBox="1"/>
          <p:nvPr/>
        </p:nvSpPr>
        <p:spPr>
          <a:xfrm>
            <a:off x="542925" y="2390775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Constituyentes Sn Int. Sn CP 50150]]></a:t>
            </a:r>
          </a:p>
        </p:txBody>
      </p:sp>
      <p:sp>
        <p:nvSpPr>
          <p:cNvPr id="8" name=""/>
          <p:cNvSpPr txBox="1"/>
          <p:nvPr/>
        </p:nvSpPr>
        <p:spPr>
          <a:xfrm>
            <a:off x="542925" y="2809875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Vestimenta]]></a:t>
            </a:r>
          </a:p>
        </p:txBody>
      </p:sp>
      <p:sp>
        <p:nvSpPr>
          <p:cNvPr id="9" name=""/>
          <p:cNvSpPr txBox="1"/>
          <p:nvPr/>
        </p:nvSpPr>
        <p:spPr>
          <a:xfrm>
            <a:off x="542925" y="2971800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Formal]]></a:t>
            </a:r>
          </a:p>
        </p:txBody>
      </p:sp>
      <p:sp>
        <p:nvSpPr>
          <p:cNvPr id="10" name=""/>
          <p:cNvSpPr txBox="1"/>
          <p:nvPr/>
        </p:nvSpPr>
        <p:spPr>
          <a:xfrm>
            <a:off x="542925" y="3381375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Coordinación]]></a:t>
            </a:r>
          </a:p>
        </p:txBody>
      </p:sp>
      <p:sp>
        <p:nvSpPr>
          <p:cNvPr id="11" name=""/>
          <p:cNvSpPr txBox="1"/>
          <p:nvPr/>
        </p:nvSpPr>
        <p:spPr>
          <a:xfrm>
            <a:off x="542925" y="3543300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Sin información registrada.]]></a:t>
            </a:r>
          </a:p>
        </p:txBody>
      </p:sp>
      <p:sp>
        <p:nvSpPr>
          <p:cNvPr id="12" name=""/>
          <p:cNvSpPr txBox="1"/>
          <p:nvPr/>
        </p:nvSpPr>
        <p:spPr>
          <a:xfrm>
            <a:off x="542925" y="3962400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Responsable]]></a:t>
            </a:r>
          </a:p>
        </p:txBody>
      </p:sp>
      <p:sp>
        <p:nvSpPr>
          <p:cNvPr id="13" name=""/>
          <p:cNvSpPr txBox="1"/>
          <p:nvPr/>
        </p:nvSpPr>
        <p:spPr>
          <a:xfrm>
            <a:off x="542925" y="4124325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Mtro. Omar Ruiz Castillo]]></a:t>
            </a:r>
          </a:p>
        </p:txBody>
      </p:sp>
      <p:sp>
        <p:nvSpPr>
          <p:cNvPr id="14" name=""/>
          <p:cNvSpPr txBox="1"/>
          <p:nvPr/>
        </p:nvSpPr>
        <p:spPr>
          <a:xfrm>
            <a:off x="542925" y="4533900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Duración]]></a:t>
            </a:r>
          </a:p>
        </p:txBody>
      </p:sp>
      <p:sp>
        <p:nvSpPr>
          <p:cNvPr id="15" name=""/>
          <p:cNvSpPr txBox="1"/>
          <p:nvPr/>
        </p:nvSpPr>
        <p:spPr>
          <a:xfrm>
            <a:off x="542925" y="4695825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9 h 0 min]]>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762000"/>
          <a:ext cx="8610600" cy="1571625"/>
          <a:chOff x="542925" y="762000"/>
          <a:chExt cx="8610600" cy="1571625"/>
        </a:xfrm>
      </p:grpSpPr>
      <p:sp>
        <p:nvSpPr>
          <p:cNvPr id="1" name=""/>
          <p:cNvSpPr txBox="1"/>
          <p:nvPr/>
        </p:nvSpPr>
        <p:spPr>
          <a:xfrm>
            <a:off x="542925" y="762000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Ubicación del evento]]></a:t>
            </a:r>
          </a:p>
        </p:txBody>
      </p:sp>
      <p:sp>
        <p:nvSpPr>
          <p:cNvPr id="2" name=""/>
          <p:cNvSpPr txBox="1"/>
          <p:nvPr/>
        </p:nvSpPr>
        <p:spPr>
          <a:xfrm>
            <a:off x="542925" y="1076325"/>
            <a:ext cx="8067675" cy="2571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Dirección: Constituyentes Sn Int. Sn CP 50150]]></a:t>
            </a:r>
          </a:p>
        </p:txBody>
      </p:sp>
      <p:sp>
        <p:nvSpPr>
          <p:cNvPr id="3" name=""/>
          <p:cNvSpPr txBox="1"/>
          <p:nvPr/>
        </p:nvSpPr>
        <p:spPr>
          <a:xfrm>
            <a:off x="542925" y="1371600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100" spc="0" u="none">
                <a:solidFill>
                  <a:srgbClr val="555555">
                    <a:alpha val="100.00%"/>
                  </a:srgbClr>
                </a:solidFill>
                <a:latin typeface="Aptos"/>
              </a:rPr>
              <a:t><![CDATA[Mapa: https://maps.app.goo.gl/AHaCLWAP6hxhuECS7]]>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762000"/>
          <a:ext cx="8610600" cy="1590675"/>
          <a:chOff x="542925" y="762000"/>
          <a:chExt cx="8610600" cy="1590675"/>
        </a:xfrm>
      </p:grpSpPr>
      <p:sp>
        <p:nvSpPr>
          <p:cNvPr id="1" name=""/>
          <p:cNvSpPr txBox="1"/>
          <p:nvPr/>
        </p:nvSpPr>
        <p:spPr>
          <a:xfrm>
            <a:off x="542925" y="762000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Orden del día]]></a:t>
            </a:r>
          </a:p>
        </p:txBody>
      </p:sp>
      <p:sp>
        <p:nvSpPr>
          <p:cNvPr id="2" name=""/>
          <p:cNvSpPr txBox="1"/>
          <p:nvPr/>
        </p:nvSpPr>
        <p:spPr>
          <a:xfrm>
            <a:off x="733425" y="1104900"/>
            <a:ext cx="1485900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Hora]]></a:t>
            </a:r>
          </a:p>
        </p:txBody>
      </p:sp>
      <p:sp>
        <p:nvSpPr>
          <p:cNvPr id="3" name=""/>
          <p:cNvSpPr txBox="1"/>
          <p:nvPr/>
        </p:nvSpPr>
        <p:spPr>
          <a:xfrm>
            <a:off x="2276475" y="1104900"/>
            <a:ext cx="2657475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Actividad]]></a:t>
            </a:r>
          </a:p>
        </p:txBody>
      </p:sp>
      <p:sp>
        <p:nvSpPr>
          <p:cNvPr id="4" name=""/>
          <p:cNvSpPr txBox="1"/>
          <p:nvPr/>
        </p:nvSpPr>
        <p:spPr>
          <a:xfrm>
            <a:off x="4991100" y="1104900"/>
            <a:ext cx="2266950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Responsable]]></a:t>
            </a:r>
          </a:p>
        </p:txBody>
      </p:sp>
      <p:sp>
        <p:nvSpPr>
          <p:cNvPr id="5" name=""/>
          <p:cNvSpPr txBox="1"/>
          <p:nvPr/>
        </p:nvSpPr>
        <p:spPr>
          <a:xfrm>
            <a:off x="7315200" y="1104900"/>
            <a:ext cx="1104900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Duración]]></a:t>
            </a:r>
          </a:p>
        </p:txBody>
      </p:sp>
      <p:sp>
        <p:nvSpPr>
          <p:cNvPr id="6" name=""/>
          <p:cNvSpPr txBox="1"/>
          <p:nvPr/>
        </p:nvSpPr>
        <p:spPr>
          <a:xfrm>
            <a:off x="733425" y="1323975"/>
            <a:ext cx="1485900" cy="266700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09:00 - 09:32]]></a:t>
            </a:r>
          </a:p>
        </p:txBody>
      </p:sp>
      <p:sp>
        <p:nvSpPr>
          <p:cNvPr id="7" name=""/>
          <p:cNvSpPr txBox="1"/>
          <p:nvPr/>
        </p:nvSpPr>
        <p:spPr>
          <a:xfrm>
            <a:off x="2276475" y="1323975"/>
            <a:ext cx="2657475" cy="266700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Todo]]></a:t>
            </a:r>
          </a:p>
        </p:txBody>
      </p:sp>
      <p:sp>
        <p:nvSpPr>
          <p:cNvPr id="8" name=""/>
          <p:cNvSpPr txBox="1"/>
          <p:nvPr/>
        </p:nvSpPr>
        <p:spPr>
          <a:xfrm>
            <a:off x="4991100" y="1323975"/>
            <a:ext cx="2266950" cy="266700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Lcdo. Jorge Leonardo Espinoza López]]></a:t>
            </a:r>
          </a:p>
        </p:txBody>
      </p:sp>
      <p:sp>
        <p:nvSpPr>
          <p:cNvPr id="9" name=""/>
          <p:cNvSpPr txBox="1"/>
          <p:nvPr/>
        </p:nvSpPr>
        <p:spPr>
          <a:xfrm>
            <a:off x="7315200" y="1323975"/>
            <a:ext cx="1104900" cy="266700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32 min]]>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762000"/>
          <a:ext cx="8610600" cy="5667375"/>
          <a:chOff x="542925" y="762000"/>
          <a:chExt cx="8610600" cy="5667375"/>
        </a:xfrm>
      </p:grpSpPr>
      <p:sp>
        <p:nvSpPr>
          <p:cNvPr id="1" name=""/>
          <p:cNvSpPr txBox="1"/>
          <p:nvPr/>
        </p:nvSpPr>
        <p:spPr>
          <a:xfrm>
            <a:off x="542925" y="762000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Presidium]]></a:t>
            </a:r>
          </a:p>
        </p:txBody>
      </p:sp>
      <p:sp>
        <p:nvSpPr>
          <p:cNvPr id="2" name=""/>
          <p:cNvSpPr txBox="1"/>
          <p:nvPr/>
        </p:nvSpPr>
        <p:spPr>
          <a:xfrm>
            <a:off x="4391025" y="1171575"/>
            <a:ext cx="1762125" cy="2381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2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*. ANA KAREN CARMONA AVILES]]></a:t>
            </a:r>
          </a:p>
        </p:txBody>
      </p:sp>
      <p:sp>
        <p:nvSpPr>
          <p:cNvPr id="3" name=""/>
          <p:cNvSpPr txBox="1"/>
          <p:nvPr/>
        </p:nvSpPr>
        <p:spPr>
          <a:xfrm>
            <a:off x="4391025" y="1428750"/>
            <a:ext cx="1762125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carg peter]]></a:t>
            </a:r>
          </a:p>
        </p:txBody>
      </p:sp>
      <p:sp>
        <p:nvSpPr>
          <p:cNvPr id="4" name=""/>
          <p:cNvSpPr txBox="1"/>
          <p:nvPr/>
        </p:nvSpPr>
        <p:spPr>
          <a:xfrm>
            <a:off x="6657975" y="1171575"/>
            <a:ext cx="1762125" cy="2381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2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1. Ann]]></a:t>
            </a:r>
          </a:p>
        </p:txBody>
      </p:sp>
      <p:sp>
        <p:nvSpPr>
          <p:cNvPr id="5" name=""/>
          <p:cNvSpPr txBox="1"/>
          <p:nvPr/>
        </p:nvSpPr>
        <p:spPr>
          <a:xfrm>
            <a:off x="6657975" y="1428750"/>
            <a:ext cx="1762125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carg persona 4]]></a:t>
            </a:r>
          </a:p>
        </p:txBody>
      </p:sp>
      <p:sp>
        <p:nvSpPr>
          <p:cNvPr id="6" name=""/>
          <p:cNvSpPr txBox="1"/>
          <p:nvPr/>
        </p:nvSpPr>
        <p:spPr>
          <a:xfrm>
            <a:off x="4391025" y="2047875"/>
            <a:ext cx="1762125" cy="2381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2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2. Nancy Espinosa Nute]]></a:t>
            </a:r>
          </a:p>
        </p:txBody>
      </p:sp>
      <p:sp>
        <p:nvSpPr>
          <p:cNvPr id="7" name=""/>
          <p:cNvSpPr txBox="1"/>
          <p:nvPr/>
        </p:nvSpPr>
        <p:spPr>
          <a:xfrm>
            <a:off x="4391025" y="2314575"/>
            <a:ext cx="1762125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Puesto sofua]]></a:t>
            </a:r>
          </a:p>
        </p:txBody>
      </p:sp>
      <p:sp>
        <p:nvSpPr>
          <p:cNvPr id="8" name=""/>
          <p:cNvSpPr txBox="1"/>
          <p:nvPr/>
        </p:nvSpPr>
        <p:spPr>
          <a:xfrm>
            <a:off x="6657975" y="2047875"/>
            <a:ext cx="1762125" cy="2381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2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3. ]]></a:t>
            </a:r>
          </a:p>
        </p:txBody>
      </p:sp>
      <p:sp>
        <p:nvSpPr>
          <p:cNvPr id="9" name=""/>
          <p:cNvSpPr txBox="1"/>
          <p:nvPr/>
        </p:nvSpPr>
        <p:spPr>
          <a:xfrm>
            <a:off x="6657975" y="2314575"/>
            <a:ext cx="1762125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/>
            </a:r>
          </a:p>
        </p:txBody>
      </p:sp>
      <p:sp>
        <p:nvSpPr>
          <p:cNvPr id="10" name=""/>
          <p:cNvSpPr txBox="1"/>
          <p:nvPr/>
        </p:nvSpPr>
        <p:spPr>
          <a:xfrm>
            <a:off x="4391025" y="5467350"/>
            <a:ext cx="40290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Maestra de ceremonias: maestra prueba]]>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762000"/>
          <a:ext cx="8610600" cy="1485900"/>
          <a:chOff x="542925" y="762000"/>
          <a:chExt cx="8610600" cy="1485900"/>
        </a:xfrm>
      </p:grpSpPr>
      <p:sp>
        <p:nvSpPr>
          <p:cNvPr id="1" name=""/>
          <p:cNvSpPr txBox="1"/>
          <p:nvPr/>
        </p:nvSpPr>
        <p:spPr>
          <a:xfrm>
            <a:off x="542925" y="762000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PERSONAS INVITADAS ESPECIALES]]></a:t>
            </a:r>
          </a:p>
        </p:txBody>
      </p:sp>
      <p:sp>
        <p:nvSpPr>
          <p:cNvPr id="2" name=""/>
          <p:cNvSpPr txBox="1"/>
          <p:nvPr/>
        </p:nvSpPr>
        <p:spPr>
          <a:xfrm>
            <a:off x="733425" y="1104900"/>
            <a:ext cx="666750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N°]]></a:t>
            </a:r>
          </a:p>
        </p:txBody>
      </p:sp>
      <p:sp>
        <p:nvSpPr>
          <p:cNvPr id="3" name=""/>
          <p:cNvSpPr txBox="1"/>
          <p:nvPr/>
        </p:nvSpPr>
        <p:spPr>
          <a:xfrm>
            <a:off x="1447800" y="1104900"/>
            <a:ext cx="6924675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Persona invitada]]></a:t>
            </a:r>
          </a:p>
        </p:txBody>
      </p:sp>
      <p:sp>
        <p:nvSpPr>
          <p:cNvPr id="4" name=""/>
          <p:cNvSpPr txBox="1"/>
          <p:nvPr/>
        </p:nvSpPr>
        <p:spPr>
          <a:xfrm>
            <a:off x="733425" y="1323975"/>
            <a:ext cx="66675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1]]></a:t>
            </a:r>
          </a:p>
        </p:txBody>
      </p:sp>
      <p:sp>
        <p:nvSpPr>
          <p:cNvPr id="5" name=""/>
          <p:cNvSpPr txBox="1"/>
          <p:nvPr/>
        </p:nvSpPr>
        <p:spPr>
          <a:xfrm>
            <a:off x="1447800" y="1323975"/>
            <a:ext cx="6924675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invitado p
Cargo]]>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762000"/>
          <a:ext cx="8610600" cy="1485900"/>
          <a:chOff x="542925" y="762000"/>
          <a:chExt cx="8610600" cy="1485900"/>
        </a:xfrm>
      </p:grpSpPr>
      <p:sp>
        <p:nvSpPr>
          <p:cNvPr id="1" name=""/>
          <p:cNvSpPr txBox="1"/>
          <p:nvPr/>
        </p:nvSpPr>
        <p:spPr>
          <a:xfrm>
            <a:off x="542925" y="762000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Módulos de jornada]]></a:t>
            </a:r>
          </a:p>
        </p:txBody>
      </p:sp>
      <p:sp>
        <p:nvSpPr>
          <p:cNvPr id="2" name=""/>
          <p:cNvSpPr txBox="1"/>
          <p:nvPr/>
        </p:nvSpPr>
        <p:spPr>
          <a:xfrm>
            <a:off x="733425" y="1104900"/>
            <a:ext cx="666750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Núm.]]></a:t>
            </a:r>
          </a:p>
        </p:txBody>
      </p:sp>
      <p:sp>
        <p:nvSpPr>
          <p:cNvPr id="3" name=""/>
          <p:cNvSpPr txBox="1"/>
          <p:nvPr/>
        </p:nvSpPr>
        <p:spPr>
          <a:xfrm>
            <a:off x="1447800" y="1104900"/>
            <a:ext cx="3467100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Institución]]></a:t>
            </a:r>
          </a:p>
        </p:txBody>
      </p:sp>
      <p:sp>
        <p:nvSpPr>
          <p:cNvPr id="4" name=""/>
          <p:cNvSpPr txBox="1"/>
          <p:nvPr/>
        </p:nvSpPr>
        <p:spPr>
          <a:xfrm>
            <a:off x="4981575" y="1104900"/>
            <a:ext cx="3400425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Servicio]]></a:t>
            </a:r>
          </a:p>
        </p:txBody>
      </p:sp>
      <p:sp>
        <p:nvSpPr>
          <p:cNvPr id="5" name=""/>
          <p:cNvSpPr txBox="1"/>
          <p:nvPr/>
        </p:nvSpPr>
        <p:spPr>
          <a:xfrm>
            <a:off x="733425" y="1323975"/>
            <a:ext cx="66675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1]]></a:t>
            </a:r>
          </a:p>
        </p:txBody>
      </p:sp>
      <p:sp>
        <p:nvSpPr>
          <p:cNvPr id="6" name=""/>
          <p:cNvSpPr txBox="1"/>
          <p:nvPr/>
        </p:nvSpPr>
        <p:spPr>
          <a:xfrm>
            <a:off x="1447800" y="1323975"/>
            <a:ext cx="346710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institucion prueba]]></a:t>
            </a:r>
          </a:p>
        </p:txBody>
      </p:sp>
      <p:sp>
        <p:nvSpPr>
          <p:cNvPr id="7" name=""/>
          <p:cNvSpPr txBox="1"/>
          <p:nvPr/>
        </p:nvSpPr>
        <p:spPr>
          <a:xfrm>
            <a:off x="4981575" y="1323975"/>
            <a:ext cx="3400425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servicio prueba]]>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762000"/>
          <a:ext cx="8610600" cy="1485900"/>
          <a:chOff x="542925" y="762000"/>
          <a:chExt cx="8610600" cy="1485900"/>
        </a:xfrm>
      </p:grpSpPr>
      <p:sp>
        <p:nvSpPr>
          <p:cNvPr id="1" name=""/>
          <p:cNvSpPr txBox="1"/>
          <p:nvPr/>
        </p:nvSpPr>
        <p:spPr>
          <a:xfrm>
            <a:off x="542925" y="762000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Requerimientos internos]]></a:t>
            </a:r>
          </a:p>
        </p:txBody>
      </p:sp>
      <p:sp>
        <p:nvSpPr>
          <p:cNvPr id="2" name=""/>
          <p:cNvSpPr txBox="1"/>
          <p:nvPr/>
        </p:nvSpPr>
        <p:spPr>
          <a:xfrm>
            <a:off x="733425" y="1104900"/>
            <a:ext cx="1095375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Cantidad]]></a:t>
            </a:r>
          </a:p>
        </p:txBody>
      </p:sp>
      <p:sp>
        <p:nvSpPr>
          <p:cNvPr id="3" name=""/>
          <p:cNvSpPr txBox="1"/>
          <p:nvPr/>
        </p:nvSpPr>
        <p:spPr>
          <a:xfrm>
            <a:off x="1885950" y="1104900"/>
            <a:ext cx="3648075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Insumo]]></a:t>
            </a:r>
          </a:p>
        </p:txBody>
      </p:sp>
      <p:sp>
        <p:nvSpPr>
          <p:cNvPr id="4" name=""/>
          <p:cNvSpPr txBox="1"/>
          <p:nvPr/>
        </p:nvSpPr>
        <p:spPr>
          <a:xfrm>
            <a:off x="5591175" y="1104900"/>
            <a:ext cx="2790825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Dimensión]]></a:t>
            </a:r>
          </a:p>
        </p:txBody>
      </p:sp>
      <p:sp>
        <p:nvSpPr>
          <p:cNvPr id="5" name=""/>
          <p:cNvSpPr txBox="1"/>
          <p:nvPr/>
        </p:nvSpPr>
        <p:spPr>
          <a:xfrm>
            <a:off x="733425" y="1323975"/>
            <a:ext cx="1095375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2]]></a:t>
            </a:r>
          </a:p>
        </p:txBody>
      </p:sp>
      <p:sp>
        <p:nvSpPr>
          <p:cNvPr id="6" name=""/>
          <p:cNvSpPr txBox="1"/>
          <p:nvPr/>
        </p:nvSpPr>
        <p:spPr>
          <a:xfrm>
            <a:off x="1885950" y="1323975"/>
            <a:ext cx="3648075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5591175" y="1323975"/>
            <a:ext cx="2790825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0.70 x 0.50 Metros]]>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762000"/>
          <a:ext cx="8610600" cy="1485900"/>
          <a:chOff x="542925" y="762000"/>
          <a:chExt cx="8610600" cy="1485900"/>
        </a:xfrm>
      </p:grpSpPr>
      <p:sp>
        <p:nvSpPr>
          <p:cNvPr id="1" name=""/>
          <p:cNvSpPr txBox="1"/>
          <p:nvPr/>
        </p:nvSpPr>
        <p:spPr>
          <a:xfrm>
            <a:off x="542925" y="762000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Requerimientos externos]]></a:t>
            </a:r>
          </a:p>
        </p:txBody>
      </p:sp>
      <p:sp>
        <p:nvSpPr>
          <p:cNvPr id="2" name=""/>
          <p:cNvSpPr txBox="1"/>
          <p:nvPr/>
        </p:nvSpPr>
        <p:spPr>
          <a:xfrm>
            <a:off x="733425" y="1104900"/>
            <a:ext cx="1095375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Cantidad]]></a:t>
            </a:r>
          </a:p>
        </p:txBody>
      </p:sp>
      <p:sp>
        <p:nvSpPr>
          <p:cNvPr id="3" name=""/>
          <p:cNvSpPr txBox="1"/>
          <p:nvPr/>
        </p:nvSpPr>
        <p:spPr>
          <a:xfrm>
            <a:off x="1885950" y="1104900"/>
            <a:ext cx="3648075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Insumo]]></a:t>
            </a:r>
          </a:p>
        </p:txBody>
      </p:sp>
      <p:sp>
        <p:nvSpPr>
          <p:cNvPr id="4" name=""/>
          <p:cNvSpPr txBox="1"/>
          <p:nvPr/>
        </p:nvSpPr>
        <p:spPr>
          <a:xfrm>
            <a:off x="5591175" y="1104900"/>
            <a:ext cx="2790825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Dimensión]]></a:t>
            </a:r>
          </a:p>
        </p:txBody>
      </p:sp>
      <p:sp>
        <p:nvSpPr>
          <p:cNvPr id="5" name=""/>
          <p:cNvSpPr txBox="1"/>
          <p:nvPr/>
        </p:nvSpPr>
        <p:spPr>
          <a:xfrm>
            <a:off x="733425" y="1323975"/>
            <a:ext cx="1095375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5]]></a:t>
            </a:r>
          </a:p>
        </p:txBody>
      </p:sp>
      <p:sp>
        <p:nvSpPr>
          <p:cNvPr id="6" name=""/>
          <p:cNvSpPr txBox="1"/>
          <p:nvPr/>
        </p:nvSpPr>
        <p:spPr>
          <a:xfrm>
            <a:off x="1885950" y="1323975"/>
            <a:ext cx="3648075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5591175" y="1323975"/>
            <a:ext cx="2790825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Unidades]]>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762000"/>
          <a:ext cx="8610600" cy="1485900"/>
          <a:chOff x="542925" y="762000"/>
          <a:chExt cx="8610600" cy="1485900"/>
        </a:xfrm>
      </p:grpSpPr>
      <p:sp>
        <p:nvSpPr>
          <p:cNvPr id="1" name=""/>
          <p:cNvSpPr txBox="1"/>
          <p:nvPr/>
        </p:nvSpPr>
        <p:spPr>
          <a:xfrm>
            <a:off x="542925" y="762000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Requerimientos de comunicación]]></a:t>
            </a:r>
          </a:p>
        </p:txBody>
      </p:sp>
      <p:sp>
        <p:nvSpPr>
          <p:cNvPr id="2" name=""/>
          <p:cNvSpPr txBox="1"/>
          <p:nvPr/>
        </p:nvSpPr>
        <p:spPr>
          <a:xfrm>
            <a:off x="733425" y="1104900"/>
            <a:ext cx="1095375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Cantidad]]></a:t>
            </a:r>
          </a:p>
        </p:txBody>
      </p:sp>
      <p:sp>
        <p:nvSpPr>
          <p:cNvPr id="3" name=""/>
          <p:cNvSpPr txBox="1"/>
          <p:nvPr/>
        </p:nvSpPr>
        <p:spPr>
          <a:xfrm>
            <a:off x="1885950" y="1104900"/>
            <a:ext cx="3648075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Insumo]]></a:t>
            </a:r>
          </a:p>
        </p:txBody>
      </p:sp>
      <p:sp>
        <p:nvSpPr>
          <p:cNvPr id="4" name=""/>
          <p:cNvSpPr txBox="1"/>
          <p:nvPr/>
        </p:nvSpPr>
        <p:spPr>
          <a:xfrm>
            <a:off x="5591175" y="1104900"/>
            <a:ext cx="2790825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Dimensión]]></a:t>
            </a:r>
          </a:p>
        </p:txBody>
      </p:sp>
      <p:sp>
        <p:nvSpPr>
          <p:cNvPr id="5" name=""/>
          <p:cNvSpPr txBox="1"/>
          <p:nvPr/>
        </p:nvSpPr>
        <p:spPr>
          <a:xfrm>
            <a:off x="733425" y="1323975"/>
            <a:ext cx="1095375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10]]></a:t>
            </a:r>
          </a:p>
        </p:txBody>
      </p:sp>
      <p:sp>
        <p:nvSpPr>
          <p:cNvPr id="6" name=""/>
          <p:cNvSpPr txBox="1"/>
          <p:nvPr/>
        </p:nvSpPr>
        <p:spPr>
          <a:xfrm>
            <a:off x="1885950" y="1323975"/>
            <a:ext cx="3648075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5591175" y="1323975"/>
            <a:ext cx="2790825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16:9 Medida Estandar]]>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762000"/>
          <a:ext cx="8610600" cy="4943475"/>
          <a:chOff x="542925" y="762000"/>
          <a:chExt cx="8610600" cy="4943475"/>
        </a:xfrm>
      </p:grpSpPr>
      <p:sp>
        <p:nvSpPr>
          <p:cNvPr id="1" name=""/>
          <p:cNvSpPr txBox="1"/>
          <p:nvPr/>
        </p:nvSpPr>
        <p:spPr>
          <a:xfrm>
            <a:off x="542925" y="762000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Firmas]]></a:t>
            </a:r>
          </a:p>
        </p:txBody>
      </p:sp>
      <p:sp>
        <p:nvSpPr>
          <p:cNvPr id="2" name=""/>
          <p:cNvSpPr txBox="1"/>
          <p:nvPr/>
        </p:nvSpPr>
        <p:spPr>
          <a:xfrm>
            <a:off x="723900" y="1438275"/>
            <a:ext cx="7705725" cy="2667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Evento: Coordinar la instalación ]]></a:t>
            </a:r>
          </a:p>
        </p:txBody>
      </p:sp>
      <p:sp>
        <p:nvSpPr>
          <p:cNvPr id="3" name=""/>
          <p:cNvSpPr txBox="1"/>
          <p:nvPr/>
        </p:nvSpPr>
        <p:spPr>
          <a:xfrm>
            <a:off x="647700" y="4210050"/>
            <a:ext cx="2019300" cy="1428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Coordinación del Evento]]></a:t>
            </a:r>
          </a:p>
        </p:txBody>
      </p:sp>
      <p:sp>
        <p:nvSpPr>
          <p:cNvPr id="4" name=""/>
          <p:cNvSpPr txBox="1"/>
          <p:nvPr/>
        </p:nvSpPr>
        <p:spPr>
          <a:xfrm>
            <a:off x="647700" y="4657725"/>
            <a:ext cx="2019300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2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/>
            </a:r>
          </a:p>
        </p:txBody>
      </p:sp>
      <p:sp>
        <p:nvSpPr>
          <p:cNvPr id="5" name=""/>
          <p:cNvSpPr txBox="1"/>
          <p:nvPr/>
        </p:nvSpPr>
        <p:spPr>
          <a:xfrm>
            <a:off x="3495675" y="4210050"/>
            <a:ext cx="2019300" cy="1428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Responsable del Evento]]></a:t>
            </a:r>
          </a:p>
        </p:txBody>
      </p:sp>
      <p:sp>
        <p:nvSpPr>
          <p:cNvPr id="6" name=""/>
          <p:cNvSpPr txBox="1"/>
          <p:nvPr/>
        </p:nvSpPr>
        <p:spPr>
          <a:xfrm>
            <a:off x="3495675" y="4657725"/>
            <a:ext cx="2019300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2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Mtro. Omar Ruiz Castillo]]></a:t>
            </a:r>
          </a:p>
        </p:txBody>
      </p:sp>
      <p:sp>
        <p:nvSpPr>
          <p:cNvPr id="7" name=""/>
          <p:cNvSpPr txBox="1"/>
          <p:nvPr/>
        </p:nvSpPr>
        <p:spPr>
          <a:xfrm>
            <a:off x="6124575" y="4210050"/>
            <a:ext cx="2019300" cy="1428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Delegado Administrativo]]></a:t>
            </a:r>
          </a:p>
        </p:txBody>
      </p:sp>
      <p:sp>
        <p:nvSpPr>
          <p:cNvPr id="8" name=""/>
          <p:cNvSpPr txBox="1"/>
          <p:nvPr/>
        </p:nvSpPr>
        <p:spPr>
          <a:xfrm>
            <a:off x="6124575" y="4657725"/>
            <a:ext cx="2019300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1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Lcdo. Marco Antonio Guadarrama
López - Delegado Administrativo]]>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762000"/>
          <a:ext cx="8610600" cy="3533775"/>
          <a:chOff x="542925" y="762000"/>
          <a:chExt cx="8610600" cy="3533775"/>
        </a:xfrm>
      </p:grpSpPr>
      <p:sp>
        <p:nvSpPr>
          <p:cNvPr id="1" name=""/>
          <p:cNvSpPr txBox="1"/>
          <p:nvPr/>
        </p:nvSpPr>
        <p:spPr>
          <a:xfrm>
            <a:off x="542925" y="762000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REQUERIMIENTOS]]></a:t>
            </a:r>
          </a:p>
        </p:txBody>
      </p:sp>
      <p:sp>
        <p:nvSpPr>
          <p:cNvPr id="2" name=""/>
          <p:cNvSpPr txBox="1"/>
          <p:nvPr/>
        </p:nvSpPr>
        <p:spPr>
          <a:xfrm>
            <a:off x="647700" y="1152525"/>
            <a:ext cx="3676650" cy="1428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Delegación Administrativa]]></a:t>
            </a:r>
          </a:p>
        </p:txBody>
      </p:sp>
      <p:sp>
        <p:nvSpPr>
          <p:cNvPr id="3" name=""/>
          <p:cNvSpPr txBox="1"/>
          <p:nvPr/>
        </p:nvSpPr>
        <p:spPr>
          <a:xfrm>
            <a:off x="676275" y="1390650"/>
            <a:ext cx="666750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Cantidad]]></a:t>
            </a:r>
          </a:p>
        </p:txBody>
      </p:sp>
      <p:sp>
        <p:nvSpPr>
          <p:cNvPr id="4" name=""/>
          <p:cNvSpPr txBox="1"/>
          <p:nvPr/>
        </p:nvSpPr>
        <p:spPr>
          <a:xfrm>
            <a:off x="1400175" y="1390650"/>
            <a:ext cx="1809750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Insumo]]></a:t>
            </a:r>
          </a:p>
        </p:txBody>
      </p:sp>
      <p:sp>
        <p:nvSpPr>
          <p:cNvPr id="5" name=""/>
          <p:cNvSpPr txBox="1"/>
          <p:nvPr/>
        </p:nvSpPr>
        <p:spPr>
          <a:xfrm>
            <a:off x="3267075" y="1390650"/>
            <a:ext cx="1019175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Dimensión]]></a:t>
            </a:r>
          </a:p>
        </p:txBody>
      </p:sp>
      <p:sp>
        <p:nvSpPr>
          <p:cNvPr id="6" name=""/>
          <p:cNvSpPr txBox="1"/>
          <p:nvPr/>
        </p:nvSpPr>
        <p:spPr>
          <a:xfrm>
            <a:off x="676275" y="1609725"/>
            <a:ext cx="666750" cy="266700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2]]></a:t>
            </a:r>
          </a:p>
        </p:txBody>
      </p:sp>
      <p:sp>
        <p:nvSpPr>
          <p:cNvPr id="7" name=""/>
          <p:cNvSpPr txBox="1"/>
          <p:nvPr/>
        </p:nvSpPr>
        <p:spPr>
          <a:xfrm>
            <a:off x="1400175" y="1609725"/>
            <a:ext cx="1809750" cy="266700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/>
            </a:r>
          </a:p>
        </p:txBody>
      </p:sp>
      <p:sp>
        <p:nvSpPr>
          <p:cNvPr id="8" name=""/>
          <p:cNvSpPr txBox="1"/>
          <p:nvPr/>
        </p:nvSpPr>
        <p:spPr>
          <a:xfrm>
            <a:off x="3267075" y="1609725"/>
            <a:ext cx="1019175" cy="266700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0.70 x 0.50 Metros]]></a:t>
            </a:r>
          </a:p>
        </p:txBody>
      </p:sp>
      <p:sp>
        <p:nvSpPr>
          <p:cNvPr id="9" name=""/>
          <p:cNvSpPr txBox="1"/>
          <p:nvPr/>
        </p:nvSpPr>
        <p:spPr>
          <a:xfrm>
            <a:off x="4676775" y="1152525"/>
            <a:ext cx="3314700" cy="1428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Eventos y ubicación]]></a:t>
            </a:r>
          </a:p>
        </p:txBody>
      </p:sp>
      <p:sp>
        <p:nvSpPr>
          <p:cNvPr id="10" name=""/>
          <p:cNvSpPr txBox="1"/>
          <p:nvPr/>
        </p:nvSpPr>
        <p:spPr>
          <a:xfrm>
            <a:off x="4676775" y="1371600"/>
            <a:ext cx="3314700" cy="21621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3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Evento: Coordinar la instalación 
Día: 2026-09-30
Horario: 09:00:00 - 18:00:00 horas
Ubicación: Constituyentes Sn Int. Sn CP 50150]]>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eme80">
  <a:themeElements>
    <a:clrScheme name="Theme8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Theme80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Theme80">
      <a:fillStyleLst>
        <a:solidFill>
          <a:schemeClr val="phClr"/>
        </a:solidFill>
        <a:gradFill rotWithShape="1">
          <a:gsLst>
            <a:gs pos="0%">
              <a:schemeClr val="phClr">
                <a:tint val="50%"/>
                <a:satMod val="300%"/>
              </a:schemeClr>
            </a:gs>
            <a:gs pos="35%">
              <a:schemeClr val="phClr">
                <a:tint val="37%"/>
                <a:satMod val="300%"/>
              </a:schemeClr>
            </a:gs>
            <a:gs pos="100%">
              <a:schemeClr val="phClr">
                <a:tint val="15%"/>
                <a:satMod val="350%"/>
              </a:schemeClr>
            </a:gs>
          </a:gsLst>
          <a:lin ang="16200000" scaled="1"/>
        </a:gradFill>
        <a:gradFill rotWithShape="1">
          <a:gsLst>
            <a:gs pos="0%">
              <a:schemeClr val="phClr">
                <a:shade val="51%"/>
                <a:satMod val="130%"/>
              </a:schemeClr>
            </a:gs>
            <a:gs pos="80%">
              <a:schemeClr val="phClr">
                <a:shade val="93%"/>
                <a:satMod val="130%"/>
              </a:schemeClr>
            </a:gs>
            <a:gs pos="100%">
              <a:schemeClr val="phClr">
                <a:shade val="94%"/>
                <a:satMod val="135%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%"/>
              <a:satMod val="105%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%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%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%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h="25400" w="63500"/>
          </a:sp3d>
        </a:effectStyle>
      </a:effectStyleLst>
      <a:bgFillStyleLst>
        <a:solidFill>
          <a:schemeClr val="phClr"/>
        </a:solidFill>
        <a:gradFill rotWithShape="1">
          <a:gsLst>
            <a:gs pos="0%">
              <a:schemeClr val="phClr">
                <a:tint val="40%"/>
                <a:satMod val="350%"/>
              </a:schemeClr>
            </a:gs>
            <a:gs pos="40%">
              <a:schemeClr val="phClr">
                <a:tint val="45%"/>
                <a:shade val="99%"/>
                <a:satMod val="350%"/>
              </a:schemeClr>
            </a:gs>
            <a:gs pos="100%">
              <a:schemeClr val="phClr">
                <a:shade val="20%"/>
                <a:satMod val="255%"/>
              </a:schemeClr>
            </a:gs>
          </a:gsLst>
          <a:path path="circle">
            <a:fillToRect b="180%" l="50%" r="50%" t="-80%"/>
          </a:path>
        </a:gradFill>
        <a:gradFill rotWithShape="1">
          <a:gsLst>
            <a:gs pos="0%">
              <a:schemeClr val="phClr">
                <a:tint val="80%"/>
                <a:satMod val="300%"/>
              </a:schemeClr>
            </a:gs>
            <a:gs pos="100%">
              <a:schemeClr val="phClr">
                <a:shade val="30%"/>
                <a:satMod val="200%"/>
              </a:schemeClr>
            </a:gs>
          </a:gsLst>
          <a:path path="circle">
            <a:fillToRect b="50%" l="50%" r="50%" t="50%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14</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" baseType="lpstr">
      <vt:lpstr>Office Theme</vt:lpstr>
    </vt:vector>
  </TitlesOfParts>
  <Company>Microsoft Corporation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Unknown Creator</dc:creator>
  <cp:lastModifiedBy>Unknown Creator</cp:lastModifiedBy>
  <dcterms:created xsi:type="dcterms:W3CDTF">2026-08-07T07:53:01Z</dcterms:created>
  <dcterms:modified xsi:type="dcterms:W3CDTF">2026-08-07T07:53:01Z</dcterms:modified>
  <dc:title>Untitled Presentation</dc:title>
  <dc:description/>
  <dc:subject/>
  <cp:keywords/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