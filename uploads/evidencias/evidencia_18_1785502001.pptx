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1153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286000"/>
          <a:chOff x="571500" y="381000"/>
          <a:chExt cx="8191500" cy="2286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6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762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476500"/>
          <a:chOff x="571500" y="381000"/>
          <a:chExt cx="8191500" cy="2476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619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20955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524000"/>
          <a:chOff x="571500" y="381000"/>
          <a:chExt cx="8191500" cy="1524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810000"/>
          <a:chOff x="571500" y="381000"/>
          <a:chExt cx="8191500" cy="3810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286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667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ora(s)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048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3429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905000"/>
          <a:chOff x="571500" y="381000"/>
          <a:chExt cx="8191500" cy="1905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286000"/>
          <a:chOff x="571500" y="381000"/>
          <a:chExt cx="8191500" cy="2286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 - Programa Protocolari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Inicio | Actividad | Responsable | Duración (min)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| Inicio | ID: 2 | 200 mi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| Otro | Nancy | 300 mi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0002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| Fin | Oscar2 | 40 min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714750"/>
          <a:chOff x="571500" y="381000"/>
          <a:chExt cx="8191500" cy="37147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| Carg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 | carg pete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 | Puesto sofu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0002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 | cargo an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286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 | 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2571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 | 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2857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|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71500" y="33337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000250"/>
          <a:chOff x="571500" y="381000"/>
          <a:chExt cx="8191500" cy="2000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| carg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vitado p | Carg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gual p | Cargo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1714500"/>
          <a:chOff x="571500" y="381000"/>
          <a:chExt cx="8191500" cy="1714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on | servici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stitucion prueba | servicio prueba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2000250"/>
          <a:chOff x="571500" y="381000"/>
          <a:chExt cx="8191500" cy="2000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| nombre_insumo | medida | un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|  | 30 |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42875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| nombre_insumo | medida | unidad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714500"/>
            <a:ext cx="76200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|  | 10 x 20 | Metro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8191500" cy="3524250"/>
          <a:chOff x="571500" y="381000"/>
          <a:chExt cx="8191500" cy="35242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762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143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524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28600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762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143250"/>
            <a:ext cx="762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3">
  <a:themeElements>
    <a:clrScheme name="Theme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3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2026-07-31T10:54:22Z</dcterms:created>
  <dcterms:modified xsi:type="dcterms:W3CDTF">2026-07-31T10:54:22Z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